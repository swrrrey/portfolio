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4" r:id="rId9"/>
    <p:sldId id="269" r:id="rId10"/>
    <p:sldId id="270" r:id="rId11"/>
    <p:sldId id="263" r:id="rId12"/>
    <p:sldId id="265" r:id="rId13"/>
  </p:sldIdLst>
  <p:sldSz cx="12192000" cy="6858000"/>
  <p:notesSz cx="12192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69" d="100"/>
          <a:sy n="69" d="100"/>
        </p:scale>
        <p:origin x="239" y="75"/>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5283200" cy="3444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6905625" y="0"/>
            <a:ext cx="5283200" cy="344488"/>
          </a:xfrm>
          <a:prstGeom prst="rect">
            <a:avLst/>
          </a:prstGeom>
        </p:spPr>
        <p:txBody>
          <a:bodyPr vert="horz" lIns="91440" tIns="45720" rIns="91440" bIns="45720" rtlCol="0"/>
          <a:lstStyle>
            <a:lvl1pPr algn="r">
              <a:defRPr sz="1200"/>
            </a:lvl1pPr>
          </a:lstStyle>
          <a:p>
            <a:fld id="{84B86612-B127-4CD0-BF15-66D49A7175F7}" type="datetimeFigureOut">
              <a:rPr lang="en-IN" smtClean="0"/>
              <a:t>09-09-2025</a:t>
            </a:fld>
            <a:endParaRPr lang="en-IN"/>
          </a:p>
        </p:txBody>
      </p:sp>
      <p:sp>
        <p:nvSpPr>
          <p:cNvPr id="4" name="Slide Image Placeholder 3"/>
          <p:cNvSpPr>
            <a:spLocks noGrp="1" noRot="1" noChangeAspect="1"/>
          </p:cNvSpPr>
          <p:nvPr>
            <p:ph type="sldImg" idx="2"/>
          </p:nvPr>
        </p:nvSpPr>
        <p:spPr>
          <a:xfrm>
            <a:off x="4038600" y="857250"/>
            <a:ext cx="4114800" cy="2314575"/>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1219200" y="3300413"/>
            <a:ext cx="97536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6513513"/>
            <a:ext cx="5283200" cy="3444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6905625" y="6513513"/>
            <a:ext cx="5283200" cy="344487"/>
          </a:xfrm>
          <a:prstGeom prst="rect">
            <a:avLst/>
          </a:prstGeom>
        </p:spPr>
        <p:txBody>
          <a:bodyPr vert="horz" lIns="91440" tIns="45720" rIns="91440" bIns="45720" rtlCol="0" anchor="b"/>
          <a:lstStyle>
            <a:lvl1pPr algn="r">
              <a:defRPr sz="1200"/>
            </a:lvl1pPr>
          </a:lstStyle>
          <a:p>
            <a:fld id="{F7F439ED-1E90-4106-847A-8EF19031FE2F}" type="slidenum">
              <a:rPr lang="en-IN" smtClean="0"/>
              <a:t>‹#›</a:t>
            </a:fld>
            <a:endParaRPr lang="en-IN"/>
          </a:p>
        </p:txBody>
      </p:sp>
    </p:spTree>
    <p:extLst>
      <p:ext uri="{BB962C8B-B14F-4D97-AF65-F5344CB8AC3E}">
        <p14:creationId xmlns:p14="http://schemas.microsoft.com/office/powerpoint/2010/main" val="29185579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F7F439ED-1E90-4106-847A-8EF19031FE2F}" type="slidenum">
              <a:rPr lang="en-IN" smtClean="0"/>
              <a:t>1</a:t>
            </a:fld>
            <a:endParaRPr lang="en-IN"/>
          </a:p>
        </p:txBody>
      </p:sp>
    </p:spTree>
    <p:extLst>
      <p:ext uri="{BB962C8B-B14F-4D97-AF65-F5344CB8AC3E}">
        <p14:creationId xmlns:p14="http://schemas.microsoft.com/office/powerpoint/2010/main" val="40435350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3195574" y="2067305"/>
            <a:ext cx="5800851" cy="518160"/>
          </a:xfrm>
          <a:prstGeom prst="rect">
            <a:avLst/>
          </a:prstGeom>
        </p:spPr>
        <p:txBody>
          <a:bodyPr wrap="square" lIns="0" tIns="0" rIns="0" bIns="0">
            <a:spAutoFit/>
          </a:bodyPr>
          <a:lstStyle>
            <a:lvl1pPr>
              <a:defRPr sz="3200" b="0" i="0">
                <a:solidFill>
                  <a:schemeClr val="tx1"/>
                </a:solidFill>
                <a:latin typeface="Trebuchet MS"/>
                <a:cs typeface="Trebuchet MS"/>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9/9/2025</a:t>
            </a:fld>
            <a:endParaRPr lang="en-US"/>
          </a:p>
        </p:txBody>
      </p:sp>
      <p:sp>
        <p:nvSpPr>
          <p:cNvPr id="6" name="Holder 6"/>
          <p:cNvSpPr>
            <a:spLocks noGrp="1"/>
          </p:cNvSpPr>
          <p:nvPr>
            <p:ph type="sldNum" sz="quarter" idx="7"/>
          </p:nvPr>
        </p:nvSpPr>
        <p:spPr/>
        <p:txBody>
          <a:bodyPr lIns="0" tIns="0" rIns="0" bIns="0"/>
          <a:lstStyle>
            <a:lvl1pPr>
              <a:defRPr sz="1100" b="0" i="0">
                <a:solidFill>
                  <a:srgbClr val="2D936B"/>
                </a:solidFill>
                <a:latin typeface="Trebuchet MS"/>
                <a:cs typeface="Trebuchet MS"/>
              </a:defRPr>
            </a:lvl1pPr>
          </a:lstStyle>
          <a:p>
            <a:pPr marL="38100">
              <a:lnSpc>
                <a:spcPct val="100000"/>
              </a:lnSpc>
              <a:spcBef>
                <a:spcPts val="55"/>
              </a:spcBef>
            </a:pPr>
            <a:fld id="{81D60167-4931-47E6-BA6A-407CBD079E47}" type="slidenum">
              <a:rPr spc="10" dirty="0"/>
              <a:t>‹#›</a:t>
            </a:fld>
            <a:endParaRPr spc="10"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800" b="1" i="0">
                <a:solidFill>
                  <a:schemeClr val="tx1"/>
                </a:solidFill>
                <a:latin typeface="Trebuchet MS"/>
                <a:cs typeface="Trebuchet MS"/>
              </a:defRPr>
            </a:lvl1pPr>
          </a:lstStyle>
          <a:p>
            <a:endParaRPr/>
          </a:p>
        </p:txBody>
      </p:sp>
      <p:sp>
        <p:nvSpPr>
          <p:cNvPr id="3" name="Holder 3"/>
          <p:cNvSpPr>
            <a:spLocks noGrp="1"/>
          </p:cNvSpPr>
          <p:nvPr>
            <p:ph type="body" idx="1"/>
          </p:nvPr>
        </p:nvSpPr>
        <p:spPr/>
        <p:txBody>
          <a:bodyPr lIns="0" tIns="0" rIns="0" bIns="0"/>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9/9/2025</a:t>
            </a:fld>
            <a:endParaRPr lang="en-US"/>
          </a:p>
        </p:txBody>
      </p:sp>
      <p:sp>
        <p:nvSpPr>
          <p:cNvPr id="6" name="Holder 6"/>
          <p:cNvSpPr>
            <a:spLocks noGrp="1"/>
          </p:cNvSpPr>
          <p:nvPr>
            <p:ph type="sldNum" sz="quarter" idx="7"/>
          </p:nvPr>
        </p:nvSpPr>
        <p:spPr/>
        <p:txBody>
          <a:bodyPr lIns="0" tIns="0" rIns="0" bIns="0"/>
          <a:lstStyle>
            <a:lvl1pPr>
              <a:defRPr sz="1100" b="0" i="0">
                <a:solidFill>
                  <a:srgbClr val="2D936B"/>
                </a:solidFill>
                <a:latin typeface="Trebuchet MS"/>
                <a:cs typeface="Trebuchet MS"/>
              </a:defRPr>
            </a:lvl1pPr>
          </a:lstStyle>
          <a:p>
            <a:pPr marL="38100">
              <a:lnSpc>
                <a:spcPct val="100000"/>
              </a:lnSpc>
              <a:spcBef>
                <a:spcPts val="55"/>
              </a:spcBef>
            </a:pPr>
            <a:fld id="{81D60167-4931-47E6-BA6A-407CBD079E47}" type="slidenum">
              <a:rPr spc="10" dirty="0"/>
              <a:t>‹#›</a:t>
            </a:fld>
            <a:endParaRPr spc="1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800" b="1" i="0">
                <a:solidFill>
                  <a:schemeClr val="tx1"/>
                </a:solidFill>
                <a:latin typeface="Trebuchet MS"/>
                <a:cs typeface="Trebuchet MS"/>
              </a:defRPr>
            </a:lvl1pPr>
          </a:lstStyle>
          <a:p>
            <a:endParaRPr/>
          </a:p>
        </p:txBody>
      </p:sp>
      <p:sp>
        <p:nvSpPr>
          <p:cNvPr id="3" name="Holder 3"/>
          <p:cNvSpPr>
            <a:spLocks noGrp="1"/>
          </p:cNvSpPr>
          <p:nvPr>
            <p:ph sz="half" idx="2"/>
          </p:nvPr>
        </p:nvSpPr>
        <p:spPr>
          <a:xfrm>
            <a:off x="609600" y="1577340"/>
            <a:ext cx="530352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278880" y="1577340"/>
            <a:ext cx="530352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9/9/2025</a:t>
            </a:fld>
            <a:endParaRPr lang="en-US"/>
          </a:p>
        </p:txBody>
      </p:sp>
      <p:sp>
        <p:nvSpPr>
          <p:cNvPr id="7" name="Holder 7"/>
          <p:cNvSpPr>
            <a:spLocks noGrp="1"/>
          </p:cNvSpPr>
          <p:nvPr>
            <p:ph type="sldNum" sz="quarter" idx="7"/>
          </p:nvPr>
        </p:nvSpPr>
        <p:spPr/>
        <p:txBody>
          <a:bodyPr lIns="0" tIns="0" rIns="0" bIns="0"/>
          <a:lstStyle>
            <a:lvl1pPr>
              <a:defRPr sz="1100" b="0" i="0">
                <a:solidFill>
                  <a:srgbClr val="2D936B"/>
                </a:solidFill>
                <a:latin typeface="Trebuchet MS"/>
                <a:cs typeface="Trebuchet MS"/>
              </a:defRPr>
            </a:lvl1pPr>
          </a:lstStyle>
          <a:p>
            <a:pPr marL="38100">
              <a:lnSpc>
                <a:spcPct val="100000"/>
              </a:lnSpc>
              <a:spcBef>
                <a:spcPts val="55"/>
              </a:spcBef>
            </a:pPr>
            <a:fld id="{81D60167-4931-47E6-BA6A-407CBD079E47}" type="slidenum">
              <a:rPr spc="10" dirty="0"/>
              <a:t>‹#›</a:t>
            </a:fld>
            <a:endParaRPr spc="1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800" b="1" i="0">
                <a:solidFill>
                  <a:schemeClr val="tx1"/>
                </a:solidFill>
                <a:latin typeface="Trebuchet MS"/>
                <a:cs typeface="Trebuchet MS"/>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9/9/2025</a:t>
            </a:fld>
            <a:endParaRPr lang="en-US"/>
          </a:p>
        </p:txBody>
      </p:sp>
      <p:sp>
        <p:nvSpPr>
          <p:cNvPr id="5" name="Holder 5"/>
          <p:cNvSpPr>
            <a:spLocks noGrp="1"/>
          </p:cNvSpPr>
          <p:nvPr>
            <p:ph type="sldNum" sz="quarter" idx="7"/>
          </p:nvPr>
        </p:nvSpPr>
        <p:spPr/>
        <p:txBody>
          <a:bodyPr lIns="0" tIns="0" rIns="0" bIns="0"/>
          <a:lstStyle>
            <a:lvl1pPr>
              <a:defRPr sz="1100" b="0" i="0">
                <a:solidFill>
                  <a:srgbClr val="2D936B"/>
                </a:solidFill>
                <a:latin typeface="Trebuchet MS"/>
                <a:cs typeface="Trebuchet MS"/>
              </a:defRPr>
            </a:lvl1pPr>
          </a:lstStyle>
          <a:p>
            <a:pPr marL="38100">
              <a:lnSpc>
                <a:spcPct val="100000"/>
              </a:lnSpc>
              <a:spcBef>
                <a:spcPts val="55"/>
              </a:spcBef>
            </a:pPr>
            <a:fld id="{81D60167-4931-47E6-BA6A-407CBD079E47}" type="slidenum">
              <a:rPr spc="10" dirty="0"/>
              <a:t>‹#›</a:t>
            </a:fld>
            <a:endParaRPr spc="10"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9/9/2025</a:t>
            </a:fld>
            <a:endParaRPr lang="en-US"/>
          </a:p>
        </p:txBody>
      </p:sp>
      <p:sp>
        <p:nvSpPr>
          <p:cNvPr id="4" name="Holder 4"/>
          <p:cNvSpPr>
            <a:spLocks noGrp="1"/>
          </p:cNvSpPr>
          <p:nvPr>
            <p:ph type="sldNum" sz="quarter" idx="7"/>
          </p:nvPr>
        </p:nvSpPr>
        <p:spPr/>
        <p:txBody>
          <a:bodyPr lIns="0" tIns="0" rIns="0" bIns="0"/>
          <a:lstStyle>
            <a:lvl1pPr>
              <a:defRPr sz="1100" b="0" i="0">
                <a:solidFill>
                  <a:srgbClr val="2D936B"/>
                </a:solidFill>
                <a:latin typeface="Trebuchet MS"/>
                <a:cs typeface="Trebuchet MS"/>
              </a:defRPr>
            </a:lvl1pPr>
          </a:lstStyle>
          <a:p>
            <a:pPr marL="38100">
              <a:lnSpc>
                <a:spcPct val="100000"/>
              </a:lnSpc>
              <a:spcBef>
                <a:spcPts val="55"/>
              </a:spcBef>
            </a:pPr>
            <a:fld id="{81D60167-4931-47E6-BA6A-407CBD079E47}" type="slidenum">
              <a:rPr spc="10" dirty="0"/>
              <a:t>‹#›</a:t>
            </a:fld>
            <a:endParaRPr spc="1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9377426" y="4825"/>
            <a:ext cx="1218565" cy="6853555"/>
          </a:xfrm>
          <a:custGeom>
            <a:avLst/>
            <a:gdLst/>
            <a:ahLst/>
            <a:cxnLst/>
            <a:rect l="l" t="t" r="r" b="b"/>
            <a:pathLst>
              <a:path w="1218565" h="6853555">
                <a:moveTo>
                  <a:pt x="0" y="0"/>
                </a:moveTo>
                <a:lnTo>
                  <a:pt x="1218352" y="6853171"/>
                </a:lnTo>
              </a:path>
            </a:pathLst>
          </a:custGeom>
          <a:ln w="9525">
            <a:solidFill>
              <a:srgbClr val="5FCAEE"/>
            </a:solidFill>
          </a:ln>
        </p:spPr>
        <p:txBody>
          <a:bodyPr wrap="square" lIns="0" tIns="0" rIns="0" bIns="0" rtlCol="0"/>
          <a:lstStyle/>
          <a:p>
            <a:endParaRPr/>
          </a:p>
        </p:txBody>
      </p:sp>
      <p:sp>
        <p:nvSpPr>
          <p:cNvPr id="17" name="bg object 17"/>
          <p:cNvSpPr/>
          <p:nvPr/>
        </p:nvSpPr>
        <p:spPr>
          <a:xfrm>
            <a:off x="7448612" y="3694896"/>
            <a:ext cx="4743450" cy="3163570"/>
          </a:xfrm>
          <a:custGeom>
            <a:avLst/>
            <a:gdLst/>
            <a:ahLst/>
            <a:cxnLst/>
            <a:rect l="l" t="t" r="r" b="b"/>
            <a:pathLst>
              <a:path w="4743450" h="3163570">
                <a:moveTo>
                  <a:pt x="4743387" y="0"/>
                </a:moveTo>
                <a:lnTo>
                  <a:pt x="0" y="3163101"/>
                </a:lnTo>
              </a:path>
            </a:pathLst>
          </a:custGeom>
          <a:ln w="9525">
            <a:solidFill>
              <a:srgbClr val="5FCAEE"/>
            </a:solidFill>
          </a:ln>
        </p:spPr>
        <p:txBody>
          <a:bodyPr wrap="square" lIns="0" tIns="0" rIns="0" bIns="0" rtlCol="0"/>
          <a:lstStyle/>
          <a:p>
            <a:endParaRPr/>
          </a:p>
        </p:txBody>
      </p:sp>
      <p:sp>
        <p:nvSpPr>
          <p:cNvPr id="18" name="bg object 18"/>
          <p:cNvSpPr/>
          <p:nvPr/>
        </p:nvSpPr>
        <p:spPr>
          <a:xfrm>
            <a:off x="9182100" y="0"/>
            <a:ext cx="3009900" cy="6858000"/>
          </a:xfrm>
          <a:custGeom>
            <a:avLst/>
            <a:gdLst/>
            <a:ahLst/>
            <a:cxnLst/>
            <a:rect l="l" t="t" r="r" b="b"/>
            <a:pathLst>
              <a:path w="3009900" h="6858000">
                <a:moveTo>
                  <a:pt x="3009899" y="0"/>
                </a:moveTo>
                <a:lnTo>
                  <a:pt x="2044399" y="0"/>
                </a:lnTo>
                <a:lnTo>
                  <a:pt x="0" y="6857996"/>
                </a:lnTo>
                <a:lnTo>
                  <a:pt x="3009899" y="6857996"/>
                </a:lnTo>
                <a:lnTo>
                  <a:pt x="3009899" y="0"/>
                </a:lnTo>
                <a:close/>
              </a:path>
            </a:pathLst>
          </a:custGeom>
          <a:solidFill>
            <a:srgbClr val="5FCAEE">
              <a:alpha val="36077"/>
            </a:srgbClr>
          </a:solidFill>
        </p:spPr>
        <p:txBody>
          <a:bodyPr wrap="square" lIns="0" tIns="0" rIns="0" bIns="0" rtlCol="0"/>
          <a:lstStyle/>
          <a:p>
            <a:endParaRPr/>
          </a:p>
        </p:txBody>
      </p:sp>
      <p:sp>
        <p:nvSpPr>
          <p:cNvPr id="19" name="bg object 19"/>
          <p:cNvSpPr/>
          <p:nvPr/>
        </p:nvSpPr>
        <p:spPr>
          <a:xfrm>
            <a:off x="9602878" y="0"/>
            <a:ext cx="2589530" cy="6858000"/>
          </a:xfrm>
          <a:custGeom>
            <a:avLst/>
            <a:gdLst/>
            <a:ahLst/>
            <a:cxnLst/>
            <a:rect l="l" t="t" r="r" b="b"/>
            <a:pathLst>
              <a:path w="2589529" h="6858000">
                <a:moveTo>
                  <a:pt x="2589120" y="0"/>
                </a:moveTo>
                <a:lnTo>
                  <a:pt x="0" y="0"/>
                </a:lnTo>
                <a:lnTo>
                  <a:pt x="1208884" y="6857996"/>
                </a:lnTo>
                <a:lnTo>
                  <a:pt x="2589120" y="6857996"/>
                </a:lnTo>
                <a:lnTo>
                  <a:pt x="2589120" y="0"/>
                </a:lnTo>
                <a:close/>
              </a:path>
            </a:pathLst>
          </a:custGeom>
          <a:solidFill>
            <a:srgbClr val="5FCAEE">
              <a:alpha val="19999"/>
            </a:srgbClr>
          </a:solidFill>
        </p:spPr>
        <p:txBody>
          <a:bodyPr wrap="square" lIns="0" tIns="0" rIns="0" bIns="0" rtlCol="0"/>
          <a:lstStyle/>
          <a:p>
            <a:endParaRPr/>
          </a:p>
        </p:txBody>
      </p:sp>
      <p:sp>
        <p:nvSpPr>
          <p:cNvPr id="20" name="bg object 20"/>
          <p:cNvSpPr/>
          <p:nvPr/>
        </p:nvSpPr>
        <p:spPr>
          <a:xfrm>
            <a:off x="8934450" y="3048000"/>
            <a:ext cx="3257550" cy="3810000"/>
          </a:xfrm>
          <a:custGeom>
            <a:avLst/>
            <a:gdLst/>
            <a:ahLst/>
            <a:cxnLst/>
            <a:rect l="l" t="t" r="r" b="b"/>
            <a:pathLst>
              <a:path w="3257550" h="3810000">
                <a:moveTo>
                  <a:pt x="3257550" y="0"/>
                </a:moveTo>
                <a:lnTo>
                  <a:pt x="0" y="3810000"/>
                </a:lnTo>
                <a:lnTo>
                  <a:pt x="3257550" y="3810000"/>
                </a:lnTo>
                <a:lnTo>
                  <a:pt x="3257550" y="0"/>
                </a:lnTo>
                <a:close/>
              </a:path>
            </a:pathLst>
          </a:custGeom>
          <a:solidFill>
            <a:srgbClr val="17AFE3">
              <a:alpha val="65881"/>
            </a:srgbClr>
          </a:solidFill>
        </p:spPr>
        <p:txBody>
          <a:bodyPr wrap="square" lIns="0" tIns="0" rIns="0" bIns="0" rtlCol="0"/>
          <a:lstStyle/>
          <a:p>
            <a:endParaRPr/>
          </a:p>
        </p:txBody>
      </p:sp>
      <p:sp>
        <p:nvSpPr>
          <p:cNvPr id="21" name="bg object 21"/>
          <p:cNvSpPr/>
          <p:nvPr/>
        </p:nvSpPr>
        <p:spPr>
          <a:xfrm>
            <a:off x="9337930" y="0"/>
            <a:ext cx="2854325" cy="6858000"/>
          </a:xfrm>
          <a:custGeom>
            <a:avLst/>
            <a:gdLst/>
            <a:ahLst/>
            <a:cxnLst/>
            <a:rect l="l" t="t" r="r" b="b"/>
            <a:pathLst>
              <a:path w="2854325" h="6858000">
                <a:moveTo>
                  <a:pt x="2854069" y="0"/>
                </a:moveTo>
                <a:lnTo>
                  <a:pt x="0" y="0"/>
                </a:lnTo>
                <a:lnTo>
                  <a:pt x="2470020" y="6857996"/>
                </a:lnTo>
                <a:lnTo>
                  <a:pt x="2854069" y="6857996"/>
                </a:lnTo>
                <a:lnTo>
                  <a:pt x="2854069" y="0"/>
                </a:lnTo>
                <a:close/>
              </a:path>
            </a:pathLst>
          </a:custGeom>
          <a:solidFill>
            <a:srgbClr val="17AFE3">
              <a:alpha val="50195"/>
            </a:srgbClr>
          </a:solidFill>
        </p:spPr>
        <p:txBody>
          <a:bodyPr wrap="square" lIns="0" tIns="0" rIns="0" bIns="0" rtlCol="0"/>
          <a:lstStyle/>
          <a:p>
            <a:endParaRPr/>
          </a:p>
        </p:txBody>
      </p:sp>
      <p:sp>
        <p:nvSpPr>
          <p:cNvPr id="22" name="bg object 22"/>
          <p:cNvSpPr/>
          <p:nvPr/>
        </p:nvSpPr>
        <p:spPr>
          <a:xfrm>
            <a:off x="10896600" y="0"/>
            <a:ext cx="1295400" cy="6858000"/>
          </a:xfrm>
          <a:custGeom>
            <a:avLst/>
            <a:gdLst/>
            <a:ahLst/>
            <a:cxnLst/>
            <a:rect l="l" t="t" r="r" b="b"/>
            <a:pathLst>
              <a:path w="1295400" h="6858000">
                <a:moveTo>
                  <a:pt x="1295399" y="0"/>
                </a:moveTo>
                <a:lnTo>
                  <a:pt x="1022453" y="0"/>
                </a:lnTo>
                <a:lnTo>
                  <a:pt x="0" y="6857996"/>
                </a:lnTo>
                <a:lnTo>
                  <a:pt x="1295399" y="6857996"/>
                </a:lnTo>
                <a:lnTo>
                  <a:pt x="1295399" y="0"/>
                </a:lnTo>
                <a:close/>
              </a:path>
            </a:pathLst>
          </a:custGeom>
          <a:solidFill>
            <a:srgbClr val="2D83C3">
              <a:alpha val="70195"/>
            </a:srgbClr>
          </a:solidFill>
        </p:spPr>
        <p:txBody>
          <a:bodyPr wrap="square" lIns="0" tIns="0" rIns="0" bIns="0" rtlCol="0"/>
          <a:lstStyle/>
          <a:p>
            <a:endParaRPr/>
          </a:p>
        </p:txBody>
      </p:sp>
      <p:sp>
        <p:nvSpPr>
          <p:cNvPr id="23" name="bg object 23"/>
          <p:cNvSpPr/>
          <p:nvPr/>
        </p:nvSpPr>
        <p:spPr>
          <a:xfrm>
            <a:off x="10936247" y="0"/>
            <a:ext cx="1256030" cy="6858000"/>
          </a:xfrm>
          <a:custGeom>
            <a:avLst/>
            <a:gdLst/>
            <a:ahLst/>
            <a:cxnLst/>
            <a:rect l="l" t="t" r="r" b="b"/>
            <a:pathLst>
              <a:path w="1256029" h="6858000">
                <a:moveTo>
                  <a:pt x="1255752" y="0"/>
                </a:moveTo>
                <a:lnTo>
                  <a:pt x="0" y="0"/>
                </a:lnTo>
                <a:lnTo>
                  <a:pt x="1114527" y="6857996"/>
                </a:lnTo>
                <a:lnTo>
                  <a:pt x="1255752" y="6857996"/>
                </a:lnTo>
                <a:lnTo>
                  <a:pt x="1255752" y="0"/>
                </a:lnTo>
                <a:close/>
              </a:path>
            </a:pathLst>
          </a:custGeom>
          <a:solidFill>
            <a:srgbClr val="226192">
              <a:alpha val="79998"/>
            </a:srgbClr>
          </a:solidFill>
        </p:spPr>
        <p:txBody>
          <a:bodyPr wrap="square" lIns="0" tIns="0" rIns="0" bIns="0" rtlCol="0"/>
          <a:lstStyle/>
          <a:p>
            <a:endParaRPr/>
          </a:p>
        </p:txBody>
      </p:sp>
      <p:sp>
        <p:nvSpPr>
          <p:cNvPr id="24" name="bg object 24"/>
          <p:cNvSpPr/>
          <p:nvPr/>
        </p:nvSpPr>
        <p:spPr>
          <a:xfrm>
            <a:off x="10372725" y="3590925"/>
            <a:ext cx="1819275" cy="3267075"/>
          </a:xfrm>
          <a:custGeom>
            <a:avLst/>
            <a:gdLst/>
            <a:ahLst/>
            <a:cxnLst/>
            <a:rect l="l" t="t" r="r" b="b"/>
            <a:pathLst>
              <a:path w="1819275" h="3267075">
                <a:moveTo>
                  <a:pt x="1819275" y="0"/>
                </a:moveTo>
                <a:lnTo>
                  <a:pt x="0" y="3267075"/>
                </a:lnTo>
                <a:lnTo>
                  <a:pt x="1819275" y="3267075"/>
                </a:lnTo>
                <a:lnTo>
                  <a:pt x="1819275" y="0"/>
                </a:lnTo>
                <a:close/>
              </a:path>
            </a:pathLst>
          </a:custGeom>
          <a:solidFill>
            <a:srgbClr val="17AFE3">
              <a:alpha val="65881"/>
            </a:srgbClr>
          </a:solidFill>
        </p:spPr>
        <p:txBody>
          <a:bodyPr wrap="square" lIns="0" tIns="0" rIns="0" bIns="0" rtlCol="0"/>
          <a:lstStyle/>
          <a:p>
            <a:endParaRPr/>
          </a:p>
        </p:txBody>
      </p:sp>
      <p:sp>
        <p:nvSpPr>
          <p:cNvPr id="25" name="bg object 25"/>
          <p:cNvSpPr/>
          <p:nvPr/>
        </p:nvSpPr>
        <p:spPr>
          <a:xfrm>
            <a:off x="0" y="4010025"/>
            <a:ext cx="447675" cy="2847975"/>
          </a:xfrm>
          <a:custGeom>
            <a:avLst/>
            <a:gdLst/>
            <a:ahLst/>
            <a:cxnLst/>
            <a:rect l="l" t="t" r="r" b="b"/>
            <a:pathLst>
              <a:path w="447675" h="2847975">
                <a:moveTo>
                  <a:pt x="0" y="0"/>
                </a:moveTo>
                <a:lnTo>
                  <a:pt x="0" y="2847975"/>
                </a:lnTo>
                <a:lnTo>
                  <a:pt x="447675" y="2847975"/>
                </a:lnTo>
                <a:lnTo>
                  <a:pt x="0" y="0"/>
                </a:lnTo>
                <a:close/>
              </a:path>
            </a:pathLst>
          </a:custGeom>
          <a:solidFill>
            <a:srgbClr val="5FCAEE">
              <a:alpha val="70195"/>
            </a:srgbClr>
          </a:solidFill>
        </p:spPr>
        <p:txBody>
          <a:bodyPr wrap="square" lIns="0" tIns="0" rIns="0" bIns="0" rtlCol="0"/>
          <a:lstStyle/>
          <a:p>
            <a:endParaRPr/>
          </a:p>
        </p:txBody>
      </p:sp>
      <p:sp>
        <p:nvSpPr>
          <p:cNvPr id="2" name="Holder 2"/>
          <p:cNvSpPr>
            <a:spLocks noGrp="1"/>
          </p:cNvSpPr>
          <p:nvPr>
            <p:ph type="title"/>
          </p:nvPr>
        </p:nvSpPr>
        <p:spPr>
          <a:xfrm>
            <a:off x="755332" y="385444"/>
            <a:ext cx="10681335" cy="758190"/>
          </a:xfrm>
          <a:prstGeom prst="rect">
            <a:avLst/>
          </a:prstGeom>
        </p:spPr>
        <p:txBody>
          <a:bodyPr wrap="square" lIns="0" tIns="0" rIns="0" bIns="0">
            <a:spAutoFit/>
          </a:bodyPr>
          <a:lstStyle>
            <a:lvl1pPr>
              <a:defRPr sz="4800" b="1" i="0">
                <a:solidFill>
                  <a:schemeClr val="tx1"/>
                </a:solidFill>
                <a:latin typeface="Trebuchet MS"/>
                <a:cs typeface="Trebuchet MS"/>
              </a:defRPr>
            </a:lvl1pPr>
          </a:lstStyle>
          <a:p>
            <a:endParaRPr/>
          </a:p>
        </p:txBody>
      </p:sp>
      <p:sp>
        <p:nvSpPr>
          <p:cNvPr id="3" name="Holder 3"/>
          <p:cNvSpPr>
            <a:spLocks noGrp="1"/>
          </p:cNvSpPr>
          <p:nvPr>
            <p:ph type="body" idx="1"/>
          </p:nvPr>
        </p:nvSpPr>
        <p:spPr>
          <a:xfrm>
            <a:off x="609600" y="1577340"/>
            <a:ext cx="1097280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4145280" y="6377940"/>
            <a:ext cx="390144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09600" y="6377940"/>
            <a:ext cx="280416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9/9/2025</a:t>
            </a:fld>
            <a:endParaRPr lang="en-US"/>
          </a:p>
        </p:txBody>
      </p:sp>
      <p:sp>
        <p:nvSpPr>
          <p:cNvPr id="6" name="Holder 6"/>
          <p:cNvSpPr>
            <a:spLocks noGrp="1"/>
          </p:cNvSpPr>
          <p:nvPr>
            <p:ph type="sldNum" sz="quarter" idx="7"/>
          </p:nvPr>
        </p:nvSpPr>
        <p:spPr>
          <a:xfrm>
            <a:off x="11353418" y="6473337"/>
            <a:ext cx="151129" cy="191770"/>
          </a:xfrm>
          <a:prstGeom prst="rect">
            <a:avLst/>
          </a:prstGeom>
        </p:spPr>
        <p:txBody>
          <a:bodyPr wrap="square" lIns="0" tIns="0" rIns="0" bIns="0">
            <a:spAutoFit/>
          </a:bodyPr>
          <a:lstStyle>
            <a:lvl1pPr>
              <a:defRPr sz="1100" b="0" i="0">
                <a:solidFill>
                  <a:srgbClr val="2D936B"/>
                </a:solidFill>
                <a:latin typeface="Trebuchet MS"/>
                <a:cs typeface="Trebuchet MS"/>
              </a:defRPr>
            </a:lvl1pPr>
          </a:lstStyle>
          <a:p>
            <a:pPr marL="38100">
              <a:lnSpc>
                <a:spcPct val="100000"/>
              </a:lnSpc>
              <a:spcBef>
                <a:spcPts val="55"/>
              </a:spcBef>
            </a:pPr>
            <a:fld id="{81D60167-4931-47E6-BA6A-407CBD079E47}" type="slidenum">
              <a:rPr spc="10" dirty="0"/>
              <a:t>‹#›</a:t>
            </a:fld>
            <a:endParaRPr spc="10"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Layout" Target="../slideLayouts/slideLayout4.xml"/><Relationship Id="rId4" Type="http://schemas.openxmlformats.org/officeDocument/2006/relationships/image" Target="../media/image4.jp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8.jp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image" Target="../media/image10.jpg"/><Relationship Id="rId1" Type="http://schemas.openxmlformats.org/officeDocument/2006/relationships/slideLayout" Target="../slideLayouts/slideLayout4.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object 6"/>
          <p:cNvSpPr/>
          <p:nvPr/>
        </p:nvSpPr>
        <p:spPr>
          <a:xfrm>
            <a:off x="3800475" y="5229225"/>
            <a:ext cx="723900" cy="619125"/>
          </a:xfrm>
          <a:custGeom>
            <a:avLst/>
            <a:gdLst/>
            <a:ahLst/>
            <a:cxnLst/>
            <a:rect l="l" t="t" r="r" b="b"/>
            <a:pathLst>
              <a:path w="723900" h="619125">
                <a:moveTo>
                  <a:pt x="569087" y="0"/>
                </a:moveTo>
                <a:lnTo>
                  <a:pt x="154812" y="0"/>
                </a:lnTo>
                <a:lnTo>
                  <a:pt x="0" y="309625"/>
                </a:lnTo>
                <a:lnTo>
                  <a:pt x="154812" y="619125"/>
                </a:lnTo>
                <a:lnTo>
                  <a:pt x="569087" y="619125"/>
                </a:lnTo>
                <a:lnTo>
                  <a:pt x="723900" y="309625"/>
                </a:lnTo>
                <a:lnTo>
                  <a:pt x="569087" y="0"/>
                </a:lnTo>
                <a:close/>
              </a:path>
            </a:pathLst>
          </a:custGeom>
          <a:solidFill>
            <a:srgbClr val="42AF51"/>
          </a:solidFill>
        </p:spPr>
        <p:txBody>
          <a:bodyPr wrap="square" lIns="0" tIns="0" rIns="0" bIns="0" rtlCol="0"/>
          <a:lstStyle/>
          <a:p>
            <a:endParaRPr/>
          </a:p>
        </p:txBody>
      </p:sp>
      <p:sp>
        <p:nvSpPr>
          <p:cNvPr id="7" name="object 7"/>
          <p:cNvSpPr txBox="1">
            <a:spLocks noGrp="1"/>
          </p:cNvSpPr>
          <p:nvPr>
            <p:ph type="ctrTitle"/>
          </p:nvPr>
        </p:nvSpPr>
        <p:spPr>
          <a:xfrm>
            <a:off x="914401" y="19664"/>
            <a:ext cx="8229599" cy="1001556"/>
          </a:xfrm>
          <a:prstGeom prst="rect">
            <a:avLst/>
          </a:prstGeom>
        </p:spPr>
        <p:txBody>
          <a:bodyPr vert="horz" wrap="square" lIns="0" tIns="16510" rIns="0" bIns="0" rtlCol="0">
            <a:spAutoFit/>
          </a:bodyPr>
          <a:lstStyle/>
          <a:p>
            <a:pPr marL="3213735">
              <a:spcBef>
                <a:spcPts val="130"/>
              </a:spcBef>
            </a:pPr>
            <a:r>
              <a:rPr lang="en-US" b="1" i="0" dirty="0">
                <a:solidFill>
                  <a:srgbClr val="0F0F0F"/>
                </a:solidFill>
                <a:effectLst/>
                <a:latin typeface="Times New Roman" panose="02020603050405020304" pitchFamily="18" charset="0"/>
                <a:cs typeface="Times New Roman" panose="02020603050405020304" pitchFamily="18" charset="0"/>
              </a:rPr>
              <a:t>Digital Portfolio </a:t>
            </a:r>
            <a:br>
              <a:rPr lang="en-US" b="1" i="0" dirty="0">
                <a:solidFill>
                  <a:srgbClr val="0F0F0F"/>
                </a:solidFill>
                <a:effectLst/>
                <a:latin typeface="Roboto" panose="020F0502020204030204" pitchFamily="2" charset="0"/>
              </a:rPr>
            </a:br>
            <a:endParaRPr spc="15" dirty="0"/>
          </a:p>
        </p:txBody>
      </p:sp>
      <p:pic>
        <p:nvPicPr>
          <p:cNvPr id="9" name="object 9"/>
          <p:cNvPicPr/>
          <p:nvPr/>
        </p:nvPicPr>
        <p:blipFill>
          <a:blip r:embed="rId3" cstate="print"/>
          <a:stretch>
            <a:fillRect/>
          </a:stretch>
        </p:blipFill>
        <p:spPr>
          <a:xfrm>
            <a:off x="676275" y="6467475"/>
            <a:ext cx="2143125" cy="200025"/>
          </a:xfrm>
          <a:prstGeom prst="rect">
            <a:avLst/>
          </a:prstGeom>
        </p:spPr>
      </p:pic>
      <p:sp>
        <p:nvSpPr>
          <p:cNvPr id="11" name="object 11"/>
          <p:cNvSpPr txBox="1">
            <a:spLocks noGrp="1"/>
          </p:cNvSpPr>
          <p:nvPr>
            <p:ph type="sldNum" sz="quarter" idx="7"/>
          </p:nvPr>
        </p:nvSpPr>
        <p:spPr>
          <a:prstGeom prst="rect">
            <a:avLst/>
          </a:prstGeom>
        </p:spPr>
        <p:txBody>
          <a:bodyPr vert="horz" wrap="square" lIns="0" tIns="6985" rIns="0" bIns="0" rtlCol="0">
            <a:spAutoFit/>
          </a:bodyPr>
          <a:lstStyle/>
          <a:p>
            <a:pPr marL="38100">
              <a:lnSpc>
                <a:spcPct val="100000"/>
              </a:lnSpc>
              <a:spcBef>
                <a:spcPts val="55"/>
              </a:spcBef>
            </a:pPr>
            <a:fld id="{81D60167-4931-47E6-BA6A-407CBD079E47}" type="slidenum">
              <a:rPr spc="10" dirty="0"/>
              <a:t>1</a:t>
            </a:fld>
            <a:endParaRPr spc="10" dirty="0"/>
          </a:p>
        </p:txBody>
      </p:sp>
      <p:sp>
        <p:nvSpPr>
          <p:cNvPr id="14" name="TextBox 13">
            <a:extLst>
              <a:ext uri="{FF2B5EF4-FFF2-40B4-BE49-F238E27FC236}">
                <a16:creationId xmlns:a16="http://schemas.microsoft.com/office/drawing/2014/main" id="{D55ADE35-C35B-07C1-F5AA-C33B3DDB802E}"/>
              </a:ext>
            </a:extLst>
          </p:cNvPr>
          <p:cNvSpPr txBox="1"/>
          <p:nvPr/>
        </p:nvSpPr>
        <p:spPr>
          <a:xfrm>
            <a:off x="990600" y="1143000"/>
            <a:ext cx="10174542" cy="3416320"/>
          </a:xfrm>
          <a:prstGeom prst="rect">
            <a:avLst/>
          </a:prstGeom>
          <a:noFill/>
        </p:spPr>
        <p:txBody>
          <a:bodyPr wrap="square" lIns="91440" tIns="45720" rIns="91440" bIns="45720" rtlCol="0" anchor="t">
            <a:spAutoFit/>
          </a:bodyPr>
          <a:lstStyle/>
          <a:p>
            <a:r>
              <a:rPr lang="en-US" sz="2400" b="1" dirty="0"/>
              <a:t>STUDENT NAME: Rajesh Swarna Lakshmi</a:t>
            </a:r>
            <a:endParaRPr lang="en-US" sz="2400" dirty="0"/>
          </a:p>
          <a:p>
            <a:endParaRPr lang="en-US" sz="2400" dirty="0"/>
          </a:p>
          <a:p>
            <a:r>
              <a:rPr lang="en-US" sz="2400" b="1" dirty="0"/>
              <a:t>REGISTER NO AND NMID: </a:t>
            </a:r>
            <a:r>
              <a:rPr lang="en-US" sz="2400" dirty="0"/>
              <a:t>2428M0050/9135BA293B9266E9910402D6734FDE0F</a:t>
            </a:r>
          </a:p>
          <a:p>
            <a:endParaRPr lang="en-US" sz="2400" dirty="0">
              <a:cs typeface="Calibri"/>
            </a:endParaRPr>
          </a:p>
          <a:p>
            <a:r>
              <a:rPr lang="en-US" sz="2400" b="1" dirty="0"/>
              <a:t>DEPARTMENT: </a:t>
            </a:r>
            <a:r>
              <a:rPr lang="en-US" sz="2400" dirty="0" err="1"/>
              <a:t>Bsc</a:t>
            </a:r>
            <a:r>
              <a:rPr lang="en-US" sz="2400" dirty="0"/>
              <a:t> </a:t>
            </a:r>
            <a:r>
              <a:rPr lang="en-US" sz="2400" dirty="0" err="1"/>
              <a:t>DataScience</a:t>
            </a:r>
            <a:endParaRPr lang="en-US" sz="2400" dirty="0"/>
          </a:p>
          <a:p>
            <a:endParaRPr lang="en-US" sz="2400" dirty="0"/>
          </a:p>
          <a:p>
            <a:r>
              <a:rPr lang="en-US" sz="2400" b="1" dirty="0"/>
              <a:t>COLLEGE/ UNIVERSITY: </a:t>
            </a:r>
            <a:r>
              <a:rPr lang="en-US" sz="2400" dirty="0"/>
              <a:t>Kumaraguru College of Liberal Arts and Science/ </a:t>
            </a:r>
            <a:r>
              <a:rPr lang="en-US" sz="2400" dirty="0" err="1"/>
              <a:t>Bharathiyar</a:t>
            </a:r>
            <a:r>
              <a:rPr lang="en-US" sz="2400" dirty="0"/>
              <a:t> University</a:t>
            </a:r>
          </a:p>
          <a:p>
            <a:r>
              <a:rPr lang="en-US" sz="2400" dirty="0"/>
              <a:t>           </a:t>
            </a:r>
            <a:endParaRPr lang="en-IN" sz="2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0" y="0"/>
            <a:ext cx="12192000" cy="6858000"/>
          </a:xfrm>
          <a:custGeom>
            <a:avLst/>
            <a:gdLst/>
            <a:ahLst/>
            <a:cxnLst/>
            <a:rect l="l" t="t" r="r" b="b"/>
            <a:pathLst>
              <a:path w="12192000" h="6858000">
                <a:moveTo>
                  <a:pt x="12192000" y="0"/>
                </a:moveTo>
                <a:lnTo>
                  <a:pt x="0" y="0"/>
                </a:lnTo>
                <a:lnTo>
                  <a:pt x="0" y="6858000"/>
                </a:lnTo>
                <a:lnTo>
                  <a:pt x="12192000" y="6858000"/>
                </a:lnTo>
                <a:lnTo>
                  <a:pt x="12192000" y="0"/>
                </a:lnTo>
                <a:close/>
              </a:path>
            </a:pathLst>
          </a:custGeom>
          <a:solidFill>
            <a:srgbClr val="F1F1F1"/>
          </a:solidFill>
        </p:spPr>
        <p:txBody>
          <a:bodyPr wrap="square" lIns="0" tIns="0" rIns="0" bIns="0" rtlCol="0"/>
          <a:lstStyle/>
          <a:p>
            <a:endParaRPr dirty="0">
              <a:latin typeface="Times New Roman" panose="02020603050405020304" pitchFamily="18" charset="0"/>
              <a:cs typeface="Times New Roman" panose="02020603050405020304" pitchFamily="18" charset="0"/>
            </a:endParaRPr>
          </a:p>
        </p:txBody>
      </p:sp>
      <p:grpSp>
        <p:nvGrpSpPr>
          <p:cNvPr id="3" name="object 3"/>
          <p:cNvGrpSpPr/>
          <p:nvPr/>
        </p:nvGrpSpPr>
        <p:grpSpPr>
          <a:xfrm>
            <a:off x="7443849" y="0"/>
            <a:ext cx="4752975" cy="6863080"/>
            <a:chOff x="7443849" y="0"/>
            <a:chExt cx="4752975" cy="6863080"/>
          </a:xfrm>
        </p:grpSpPr>
        <p:sp>
          <p:nvSpPr>
            <p:cNvPr id="4" name="object 4"/>
            <p:cNvSpPr/>
            <p:nvPr/>
          </p:nvSpPr>
          <p:spPr>
            <a:xfrm>
              <a:off x="9377426" y="4825"/>
              <a:ext cx="1218565" cy="6853555"/>
            </a:xfrm>
            <a:custGeom>
              <a:avLst/>
              <a:gdLst/>
              <a:ahLst/>
              <a:cxnLst/>
              <a:rect l="l" t="t" r="r" b="b"/>
              <a:pathLst>
                <a:path w="1218565" h="6853555">
                  <a:moveTo>
                    <a:pt x="0" y="0"/>
                  </a:moveTo>
                  <a:lnTo>
                    <a:pt x="1218352" y="6853171"/>
                  </a:lnTo>
                </a:path>
              </a:pathLst>
            </a:custGeom>
            <a:ln w="9525">
              <a:solidFill>
                <a:srgbClr val="5FCAEE"/>
              </a:solidFill>
            </a:ln>
          </p:spPr>
          <p:txBody>
            <a:bodyPr wrap="square" lIns="0" tIns="0" rIns="0" bIns="0" rtlCol="0"/>
            <a:lstStyle/>
            <a:p>
              <a:endParaRPr/>
            </a:p>
          </p:txBody>
        </p:sp>
        <p:sp>
          <p:nvSpPr>
            <p:cNvPr id="5" name="object 5"/>
            <p:cNvSpPr/>
            <p:nvPr/>
          </p:nvSpPr>
          <p:spPr>
            <a:xfrm>
              <a:off x="7448612" y="3694896"/>
              <a:ext cx="4743450" cy="3163570"/>
            </a:xfrm>
            <a:custGeom>
              <a:avLst/>
              <a:gdLst/>
              <a:ahLst/>
              <a:cxnLst/>
              <a:rect l="l" t="t" r="r" b="b"/>
              <a:pathLst>
                <a:path w="4743450" h="3163570">
                  <a:moveTo>
                    <a:pt x="4743387" y="0"/>
                  </a:moveTo>
                  <a:lnTo>
                    <a:pt x="0" y="3163101"/>
                  </a:lnTo>
                </a:path>
              </a:pathLst>
            </a:custGeom>
            <a:ln w="9525">
              <a:solidFill>
                <a:srgbClr val="5FCAEE"/>
              </a:solidFill>
            </a:ln>
          </p:spPr>
          <p:txBody>
            <a:bodyPr wrap="square" lIns="0" tIns="0" rIns="0" bIns="0" rtlCol="0"/>
            <a:lstStyle/>
            <a:p>
              <a:endParaRPr/>
            </a:p>
          </p:txBody>
        </p:sp>
        <p:sp>
          <p:nvSpPr>
            <p:cNvPr id="6" name="object 6"/>
            <p:cNvSpPr/>
            <p:nvPr/>
          </p:nvSpPr>
          <p:spPr>
            <a:xfrm>
              <a:off x="9182100" y="0"/>
              <a:ext cx="3009900" cy="6858000"/>
            </a:xfrm>
            <a:custGeom>
              <a:avLst/>
              <a:gdLst/>
              <a:ahLst/>
              <a:cxnLst/>
              <a:rect l="l" t="t" r="r" b="b"/>
              <a:pathLst>
                <a:path w="3009900" h="6858000">
                  <a:moveTo>
                    <a:pt x="3009899" y="0"/>
                  </a:moveTo>
                  <a:lnTo>
                    <a:pt x="2044399" y="0"/>
                  </a:lnTo>
                  <a:lnTo>
                    <a:pt x="0" y="6857996"/>
                  </a:lnTo>
                  <a:lnTo>
                    <a:pt x="3009899" y="6857996"/>
                  </a:lnTo>
                  <a:lnTo>
                    <a:pt x="3009899" y="0"/>
                  </a:lnTo>
                  <a:close/>
                </a:path>
              </a:pathLst>
            </a:custGeom>
            <a:solidFill>
              <a:srgbClr val="5FCAEE">
                <a:alpha val="36077"/>
              </a:srgbClr>
            </a:solidFill>
          </p:spPr>
          <p:txBody>
            <a:bodyPr wrap="square" lIns="0" tIns="0" rIns="0" bIns="0" rtlCol="0"/>
            <a:lstStyle/>
            <a:p>
              <a:endParaRPr/>
            </a:p>
          </p:txBody>
        </p:sp>
        <p:sp>
          <p:nvSpPr>
            <p:cNvPr id="7" name="object 7"/>
            <p:cNvSpPr/>
            <p:nvPr/>
          </p:nvSpPr>
          <p:spPr>
            <a:xfrm>
              <a:off x="9602878" y="0"/>
              <a:ext cx="2589530" cy="6858000"/>
            </a:xfrm>
            <a:custGeom>
              <a:avLst/>
              <a:gdLst/>
              <a:ahLst/>
              <a:cxnLst/>
              <a:rect l="l" t="t" r="r" b="b"/>
              <a:pathLst>
                <a:path w="2589529" h="6858000">
                  <a:moveTo>
                    <a:pt x="2589120" y="0"/>
                  </a:moveTo>
                  <a:lnTo>
                    <a:pt x="0" y="0"/>
                  </a:lnTo>
                  <a:lnTo>
                    <a:pt x="1208884" y="6857996"/>
                  </a:lnTo>
                  <a:lnTo>
                    <a:pt x="2589120" y="6857996"/>
                  </a:lnTo>
                  <a:lnTo>
                    <a:pt x="2589120" y="0"/>
                  </a:lnTo>
                  <a:close/>
                </a:path>
              </a:pathLst>
            </a:custGeom>
            <a:solidFill>
              <a:srgbClr val="5FCAEE">
                <a:alpha val="19999"/>
              </a:srgbClr>
            </a:solidFill>
          </p:spPr>
          <p:txBody>
            <a:bodyPr wrap="square" lIns="0" tIns="0" rIns="0" bIns="0" rtlCol="0"/>
            <a:lstStyle/>
            <a:p>
              <a:endParaRPr/>
            </a:p>
          </p:txBody>
        </p:sp>
        <p:sp>
          <p:nvSpPr>
            <p:cNvPr id="8" name="object 8"/>
            <p:cNvSpPr/>
            <p:nvPr/>
          </p:nvSpPr>
          <p:spPr>
            <a:xfrm>
              <a:off x="8934450" y="3048000"/>
              <a:ext cx="3257550" cy="3810000"/>
            </a:xfrm>
            <a:custGeom>
              <a:avLst/>
              <a:gdLst/>
              <a:ahLst/>
              <a:cxnLst/>
              <a:rect l="l" t="t" r="r" b="b"/>
              <a:pathLst>
                <a:path w="3257550" h="3810000">
                  <a:moveTo>
                    <a:pt x="3257550" y="0"/>
                  </a:moveTo>
                  <a:lnTo>
                    <a:pt x="0" y="3810000"/>
                  </a:lnTo>
                  <a:lnTo>
                    <a:pt x="3257550" y="3810000"/>
                  </a:lnTo>
                  <a:lnTo>
                    <a:pt x="3257550" y="0"/>
                  </a:lnTo>
                  <a:close/>
                </a:path>
              </a:pathLst>
            </a:custGeom>
            <a:solidFill>
              <a:srgbClr val="17AFE3">
                <a:alpha val="65881"/>
              </a:srgbClr>
            </a:solidFill>
          </p:spPr>
          <p:txBody>
            <a:bodyPr wrap="square" lIns="0" tIns="0" rIns="0" bIns="0" rtlCol="0"/>
            <a:lstStyle/>
            <a:p>
              <a:endParaRPr/>
            </a:p>
          </p:txBody>
        </p:sp>
        <p:sp>
          <p:nvSpPr>
            <p:cNvPr id="9" name="object 9"/>
            <p:cNvSpPr/>
            <p:nvPr/>
          </p:nvSpPr>
          <p:spPr>
            <a:xfrm>
              <a:off x="9337930" y="0"/>
              <a:ext cx="2854325" cy="6858000"/>
            </a:xfrm>
            <a:custGeom>
              <a:avLst/>
              <a:gdLst/>
              <a:ahLst/>
              <a:cxnLst/>
              <a:rect l="l" t="t" r="r" b="b"/>
              <a:pathLst>
                <a:path w="2854325" h="6858000">
                  <a:moveTo>
                    <a:pt x="2854069" y="0"/>
                  </a:moveTo>
                  <a:lnTo>
                    <a:pt x="0" y="0"/>
                  </a:lnTo>
                  <a:lnTo>
                    <a:pt x="2470020" y="6857996"/>
                  </a:lnTo>
                  <a:lnTo>
                    <a:pt x="2854069" y="6857996"/>
                  </a:lnTo>
                  <a:lnTo>
                    <a:pt x="2854069" y="0"/>
                  </a:lnTo>
                  <a:close/>
                </a:path>
              </a:pathLst>
            </a:custGeom>
            <a:solidFill>
              <a:srgbClr val="17AFE3">
                <a:alpha val="50195"/>
              </a:srgbClr>
            </a:solidFill>
          </p:spPr>
          <p:txBody>
            <a:bodyPr wrap="square" lIns="0" tIns="0" rIns="0" bIns="0" rtlCol="0"/>
            <a:lstStyle/>
            <a:p>
              <a:endParaRPr/>
            </a:p>
          </p:txBody>
        </p:sp>
        <p:sp>
          <p:nvSpPr>
            <p:cNvPr id="10" name="object 10"/>
            <p:cNvSpPr/>
            <p:nvPr/>
          </p:nvSpPr>
          <p:spPr>
            <a:xfrm>
              <a:off x="10896600" y="0"/>
              <a:ext cx="1295400" cy="6858000"/>
            </a:xfrm>
            <a:custGeom>
              <a:avLst/>
              <a:gdLst/>
              <a:ahLst/>
              <a:cxnLst/>
              <a:rect l="l" t="t" r="r" b="b"/>
              <a:pathLst>
                <a:path w="1295400" h="6858000">
                  <a:moveTo>
                    <a:pt x="1295399" y="0"/>
                  </a:moveTo>
                  <a:lnTo>
                    <a:pt x="1022453" y="0"/>
                  </a:lnTo>
                  <a:lnTo>
                    <a:pt x="0" y="6857996"/>
                  </a:lnTo>
                  <a:lnTo>
                    <a:pt x="1295399" y="6857996"/>
                  </a:lnTo>
                  <a:lnTo>
                    <a:pt x="1295399" y="0"/>
                  </a:lnTo>
                  <a:close/>
                </a:path>
              </a:pathLst>
            </a:custGeom>
            <a:solidFill>
              <a:srgbClr val="2D83C3">
                <a:alpha val="70195"/>
              </a:srgbClr>
            </a:solidFill>
          </p:spPr>
          <p:txBody>
            <a:bodyPr wrap="square" lIns="0" tIns="0" rIns="0" bIns="0" rtlCol="0"/>
            <a:lstStyle/>
            <a:p>
              <a:endParaRPr/>
            </a:p>
          </p:txBody>
        </p:sp>
        <p:sp>
          <p:nvSpPr>
            <p:cNvPr id="11" name="object 11"/>
            <p:cNvSpPr/>
            <p:nvPr/>
          </p:nvSpPr>
          <p:spPr>
            <a:xfrm>
              <a:off x="10936247" y="0"/>
              <a:ext cx="1256030" cy="6858000"/>
            </a:xfrm>
            <a:custGeom>
              <a:avLst/>
              <a:gdLst/>
              <a:ahLst/>
              <a:cxnLst/>
              <a:rect l="l" t="t" r="r" b="b"/>
              <a:pathLst>
                <a:path w="1256029" h="6858000">
                  <a:moveTo>
                    <a:pt x="1255752" y="0"/>
                  </a:moveTo>
                  <a:lnTo>
                    <a:pt x="0" y="0"/>
                  </a:lnTo>
                  <a:lnTo>
                    <a:pt x="1114527" y="6857996"/>
                  </a:lnTo>
                  <a:lnTo>
                    <a:pt x="1255752" y="6857996"/>
                  </a:lnTo>
                  <a:lnTo>
                    <a:pt x="1255752" y="0"/>
                  </a:lnTo>
                  <a:close/>
                </a:path>
              </a:pathLst>
            </a:custGeom>
            <a:solidFill>
              <a:srgbClr val="226192">
                <a:alpha val="79998"/>
              </a:srgbClr>
            </a:solidFill>
          </p:spPr>
          <p:txBody>
            <a:bodyPr wrap="square" lIns="0" tIns="0" rIns="0" bIns="0" rtlCol="0"/>
            <a:lstStyle/>
            <a:p>
              <a:endParaRPr/>
            </a:p>
          </p:txBody>
        </p:sp>
        <p:sp>
          <p:nvSpPr>
            <p:cNvPr id="12" name="object 12"/>
            <p:cNvSpPr/>
            <p:nvPr/>
          </p:nvSpPr>
          <p:spPr>
            <a:xfrm>
              <a:off x="10372725" y="3590925"/>
              <a:ext cx="1819275" cy="3267075"/>
            </a:xfrm>
            <a:custGeom>
              <a:avLst/>
              <a:gdLst/>
              <a:ahLst/>
              <a:cxnLst/>
              <a:rect l="l" t="t" r="r" b="b"/>
              <a:pathLst>
                <a:path w="1819275" h="3267075">
                  <a:moveTo>
                    <a:pt x="1819275" y="0"/>
                  </a:moveTo>
                  <a:lnTo>
                    <a:pt x="0" y="3267075"/>
                  </a:lnTo>
                  <a:lnTo>
                    <a:pt x="1819275" y="3267075"/>
                  </a:lnTo>
                  <a:lnTo>
                    <a:pt x="1819275" y="0"/>
                  </a:lnTo>
                  <a:close/>
                </a:path>
              </a:pathLst>
            </a:custGeom>
            <a:solidFill>
              <a:srgbClr val="17AFE3">
                <a:alpha val="65881"/>
              </a:srgbClr>
            </a:solidFill>
          </p:spPr>
          <p:txBody>
            <a:bodyPr wrap="square" lIns="0" tIns="0" rIns="0" bIns="0" rtlCol="0"/>
            <a:lstStyle/>
            <a:p>
              <a:endParaRPr/>
            </a:p>
          </p:txBody>
        </p:sp>
      </p:grpSp>
      <p:sp>
        <p:nvSpPr>
          <p:cNvPr id="13" name="object 13"/>
          <p:cNvSpPr/>
          <p:nvPr/>
        </p:nvSpPr>
        <p:spPr>
          <a:xfrm>
            <a:off x="0" y="4010025"/>
            <a:ext cx="447675" cy="2847975"/>
          </a:xfrm>
          <a:custGeom>
            <a:avLst/>
            <a:gdLst/>
            <a:ahLst/>
            <a:cxnLst/>
            <a:rect l="l" t="t" r="r" b="b"/>
            <a:pathLst>
              <a:path w="447675" h="2847975">
                <a:moveTo>
                  <a:pt x="0" y="0"/>
                </a:moveTo>
                <a:lnTo>
                  <a:pt x="0" y="2847975"/>
                </a:lnTo>
                <a:lnTo>
                  <a:pt x="447675" y="2847975"/>
                </a:lnTo>
                <a:lnTo>
                  <a:pt x="0" y="0"/>
                </a:lnTo>
                <a:close/>
              </a:path>
            </a:pathLst>
          </a:custGeom>
          <a:solidFill>
            <a:srgbClr val="5FCAEE">
              <a:alpha val="70195"/>
            </a:srgbClr>
          </a:solidFill>
        </p:spPr>
        <p:txBody>
          <a:bodyPr wrap="square" lIns="0" tIns="0" rIns="0" bIns="0" rtlCol="0"/>
          <a:lstStyle/>
          <a:p>
            <a:endParaRPr/>
          </a:p>
        </p:txBody>
      </p:sp>
      <p:sp>
        <p:nvSpPr>
          <p:cNvPr id="14" name="object 14"/>
          <p:cNvSpPr/>
          <p:nvPr/>
        </p:nvSpPr>
        <p:spPr>
          <a:xfrm>
            <a:off x="9353550" y="5362575"/>
            <a:ext cx="457200" cy="457200"/>
          </a:xfrm>
          <a:custGeom>
            <a:avLst/>
            <a:gdLst/>
            <a:ahLst/>
            <a:cxnLst/>
            <a:rect l="l" t="t" r="r" b="b"/>
            <a:pathLst>
              <a:path w="457200" h="457200">
                <a:moveTo>
                  <a:pt x="457200" y="0"/>
                </a:moveTo>
                <a:lnTo>
                  <a:pt x="0" y="0"/>
                </a:lnTo>
                <a:lnTo>
                  <a:pt x="0" y="457200"/>
                </a:lnTo>
                <a:lnTo>
                  <a:pt x="457200" y="457200"/>
                </a:lnTo>
                <a:lnTo>
                  <a:pt x="457200" y="0"/>
                </a:lnTo>
                <a:close/>
              </a:path>
            </a:pathLst>
          </a:custGeom>
          <a:solidFill>
            <a:srgbClr val="42AF51"/>
          </a:solidFill>
        </p:spPr>
        <p:txBody>
          <a:bodyPr wrap="square" lIns="0" tIns="0" rIns="0" bIns="0" rtlCol="0"/>
          <a:lstStyle/>
          <a:p>
            <a:endParaRPr/>
          </a:p>
        </p:txBody>
      </p:sp>
      <p:sp>
        <p:nvSpPr>
          <p:cNvPr id="16" name="object 16"/>
          <p:cNvSpPr/>
          <p:nvPr/>
        </p:nvSpPr>
        <p:spPr>
          <a:xfrm>
            <a:off x="9353550" y="5895975"/>
            <a:ext cx="180975" cy="180975"/>
          </a:xfrm>
          <a:custGeom>
            <a:avLst/>
            <a:gdLst/>
            <a:ahLst/>
            <a:cxnLst/>
            <a:rect l="l" t="t" r="r" b="b"/>
            <a:pathLst>
              <a:path w="180975" h="180975">
                <a:moveTo>
                  <a:pt x="180975" y="0"/>
                </a:moveTo>
                <a:lnTo>
                  <a:pt x="0" y="0"/>
                </a:lnTo>
                <a:lnTo>
                  <a:pt x="0" y="180975"/>
                </a:lnTo>
                <a:lnTo>
                  <a:pt x="180975" y="180975"/>
                </a:lnTo>
                <a:lnTo>
                  <a:pt x="180975" y="0"/>
                </a:lnTo>
                <a:close/>
              </a:path>
            </a:pathLst>
          </a:custGeom>
          <a:solidFill>
            <a:srgbClr val="2D936B"/>
          </a:solidFill>
        </p:spPr>
        <p:txBody>
          <a:bodyPr wrap="square" lIns="0" tIns="0" rIns="0" bIns="0" rtlCol="0"/>
          <a:lstStyle/>
          <a:p>
            <a:endParaRPr/>
          </a:p>
        </p:txBody>
      </p:sp>
      <p:sp>
        <p:nvSpPr>
          <p:cNvPr id="17" name="object 17"/>
          <p:cNvSpPr txBox="1">
            <a:spLocks noGrp="1"/>
          </p:cNvSpPr>
          <p:nvPr>
            <p:ph type="title"/>
          </p:nvPr>
        </p:nvSpPr>
        <p:spPr>
          <a:xfrm>
            <a:off x="739775" y="829627"/>
            <a:ext cx="3909695" cy="678180"/>
          </a:xfrm>
          <a:prstGeom prst="rect">
            <a:avLst/>
          </a:prstGeom>
        </p:spPr>
        <p:txBody>
          <a:bodyPr vert="horz" wrap="square" lIns="0" tIns="16510" rIns="0" bIns="0" rtlCol="0">
            <a:spAutoFit/>
          </a:bodyPr>
          <a:lstStyle/>
          <a:p>
            <a:pPr marL="12700">
              <a:lnSpc>
                <a:spcPct val="100000"/>
              </a:lnSpc>
              <a:spcBef>
                <a:spcPts val="130"/>
              </a:spcBef>
            </a:pPr>
            <a:r>
              <a:rPr sz="4250" spc="5" dirty="0"/>
              <a:t>PROJECT</a:t>
            </a:r>
            <a:r>
              <a:rPr sz="4250" spc="-85" dirty="0"/>
              <a:t> </a:t>
            </a:r>
            <a:r>
              <a:rPr sz="4250" spc="25" dirty="0"/>
              <a:t>TITLE</a:t>
            </a:r>
            <a:endParaRPr sz="4250" dirty="0"/>
          </a:p>
        </p:txBody>
      </p:sp>
      <p:grpSp>
        <p:nvGrpSpPr>
          <p:cNvPr id="18" name="object 18"/>
          <p:cNvGrpSpPr/>
          <p:nvPr/>
        </p:nvGrpSpPr>
        <p:grpSpPr>
          <a:xfrm>
            <a:off x="466725" y="6410325"/>
            <a:ext cx="3705225" cy="295275"/>
            <a:chOff x="466725" y="6410325"/>
            <a:chExt cx="3705225" cy="295275"/>
          </a:xfrm>
        </p:grpSpPr>
        <p:pic>
          <p:nvPicPr>
            <p:cNvPr id="19" name="object 19"/>
            <p:cNvPicPr/>
            <p:nvPr/>
          </p:nvPicPr>
          <p:blipFill>
            <a:blip r:embed="rId2" cstate="print"/>
            <a:stretch>
              <a:fillRect/>
            </a:stretch>
          </p:blipFill>
          <p:spPr>
            <a:xfrm>
              <a:off x="676275" y="6467475"/>
              <a:ext cx="2143125" cy="200025"/>
            </a:xfrm>
            <a:prstGeom prst="rect">
              <a:avLst/>
            </a:prstGeom>
          </p:spPr>
        </p:pic>
        <p:pic>
          <p:nvPicPr>
            <p:cNvPr id="20" name="object 20"/>
            <p:cNvPicPr/>
            <p:nvPr/>
          </p:nvPicPr>
          <p:blipFill>
            <a:blip r:embed="rId3" cstate="print"/>
            <a:stretch>
              <a:fillRect/>
            </a:stretch>
          </p:blipFill>
          <p:spPr>
            <a:xfrm>
              <a:off x="466725" y="6410325"/>
              <a:ext cx="3705225" cy="295275"/>
            </a:xfrm>
            <a:prstGeom prst="rect">
              <a:avLst/>
            </a:prstGeom>
          </p:spPr>
        </p:pic>
      </p:grpSp>
      <p:sp>
        <p:nvSpPr>
          <p:cNvPr id="22" name="object 22"/>
          <p:cNvSpPr txBox="1">
            <a:spLocks noGrp="1"/>
          </p:cNvSpPr>
          <p:nvPr>
            <p:ph type="sldNum" sz="quarter" idx="7"/>
          </p:nvPr>
        </p:nvSpPr>
        <p:spPr>
          <a:prstGeom prst="rect">
            <a:avLst/>
          </a:prstGeom>
        </p:spPr>
        <p:txBody>
          <a:bodyPr vert="horz" wrap="square" lIns="0" tIns="6985" rIns="0" bIns="0" rtlCol="0">
            <a:spAutoFit/>
          </a:bodyPr>
          <a:lstStyle/>
          <a:p>
            <a:pPr marL="38100">
              <a:lnSpc>
                <a:spcPct val="100000"/>
              </a:lnSpc>
              <a:spcBef>
                <a:spcPts val="55"/>
              </a:spcBef>
            </a:pPr>
            <a:fld id="{81D60167-4931-47E6-BA6A-407CBD079E47}" type="slidenum">
              <a:rPr spc="10" dirty="0"/>
              <a:t>2</a:t>
            </a:fld>
            <a:endParaRPr spc="10" dirty="0"/>
          </a:p>
        </p:txBody>
      </p:sp>
      <p:sp>
        <p:nvSpPr>
          <p:cNvPr id="21" name="TextBox 20">
            <a:extLst>
              <a:ext uri="{FF2B5EF4-FFF2-40B4-BE49-F238E27FC236}">
                <a16:creationId xmlns:a16="http://schemas.microsoft.com/office/drawing/2014/main" id="{06BF6C28-2779-1B26-A4E3-BB0CBDC7FF66}"/>
              </a:ext>
            </a:extLst>
          </p:cNvPr>
          <p:cNvSpPr txBox="1"/>
          <p:nvPr/>
        </p:nvSpPr>
        <p:spPr>
          <a:xfrm>
            <a:off x="739775" y="1600200"/>
            <a:ext cx="5508625" cy="2862322"/>
          </a:xfrm>
          <a:prstGeom prst="rect">
            <a:avLst/>
          </a:prstGeom>
          <a:noFill/>
        </p:spPr>
        <p:txBody>
          <a:bodyPr wrap="square" rtlCol="0">
            <a:spAutoFit/>
          </a:bodyPr>
          <a:lstStyle/>
          <a:p>
            <a:r>
              <a:rPr lang="en-IN" sz="6000" b="1" dirty="0">
                <a:solidFill>
                  <a:schemeClr val="tx2">
                    <a:lumMod val="75000"/>
                  </a:schemeClr>
                </a:solidFill>
              </a:rPr>
              <a:t>Interactive digital portfolio using FWD</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76200" y="28579"/>
            <a:ext cx="12481713" cy="6858000"/>
          </a:xfrm>
          <a:custGeom>
            <a:avLst/>
            <a:gdLst/>
            <a:ahLst/>
            <a:cxnLst/>
            <a:rect l="l" t="t" r="r" b="b"/>
            <a:pathLst>
              <a:path w="12192000" h="6858000">
                <a:moveTo>
                  <a:pt x="12192000" y="0"/>
                </a:moveTo>
                <a:lnTo>
                  <a:pt x="0" y="0"/>
                </a:lnTo>
                <a:lnTo>
                  <a:pt x="0" y="6858000"/>
                </a:lnTo>
                <a:lnTo>
                  <a:pt x="12192000" y="6858000"/>
                </a:lnTo>
                <a:lnTo>
                  <a:pt x="12192000" y="0"/>
                </a:lnTo>
                <a:close/>
              </a:path>
            </a:pathLst>
          </a:custGeom>
          <a:solidFill>
            <a:srgbClr val="F1F1F1"/>
          </a:solidFill>
        </p:spPr>
        <p:txBody>
          <a:bodyPr wrap="square" lIns="0" tIns="0" rIns="0" bIns="0" rtlCol="0"/>
          <a:lstStyle/>
          <a:p>
            <a:endParaRPr dirty="0"/>
          </a:p>
        </p:txBody>
      </p:sp>
      <p:grpSp>
        <p:nvGrpSpPr>
          <p:cNvPr id="3" name="object 3"/>
          <p:cNvGrpSpPr/>
          <p:nvPr/>
        </p:nvGrpSpPr>
        <p:grpSpPr>
          <a:xfrm>
            <a:off x="7443849" y="0"/>
            <a:ext cx="4752975" cy="6863080"/>
            <a:chOff x="7443849" y="0"/>
            <a:chExt cx="4752975" cy="6863080"/>
          </a:xfrm>
        </p:grpSpPr>
        <p:sp>
          <p:nvSpPr>
            <p:cNvPr id="4" name="object 4"/>
            <p:cNvSpPr/>
            <p:nvPr/>
          </p:nvSpPr>
          <p:spPr>
            <a:xfrm>
              <a:off x="9377426" y="4825"/>
              <a:ext cx="1218565" cy="6853555"/>
            </a:xfrm>
            <a:custGeom>
              <a:avLst/>
              <a:gdLst/>
              <a:ahLst/>
              <a:cxnLst/>
              <a:rect l="l" t="t" r="r" b="b"/>
              <a:pathLst>
                <a:path w="1218565" h="6853555">
                  <a:moveTo>
                    <a:pt x="0" y="0"/>
                  </a:moveTo>
                  <a:lnTo>
                    <a:pt x="1218352" y="6853171"/>
                  </a:lnTo>
                </a:path>
              </a:pathLst>
            </a:custGeom>
            <a:ln w="9525">
              <a:solidFill>
                <a:srgbClr val="5FCAEE"/>
              </a:solidFill>
            </a:ln>
          </p:spPr>
          <p:txBody>
            <a:bodyPr wrap="square" lIns="0" tIns="0" rIns="0" bIns="0" rtlCol="0"/>
            <a:lstStyle/>
            <a:p>
              <a:endParaRPr/>
            </a:p>
          </p:txBody>
        </p:sp>
        <p:sp>
          <p:nvSpPr>
            <p:cNvPr id="5" name="object 5"/>
            <p:cNvSpPr/>
            <p:nvPr/>
          </p:nvSpPr>
          <p:spPr>
            <a:xfrm>
              <a:off x="7448612" y="3694896"/>
              <a:ext cx="4743450" cy="3163570"/>
            </a:xfrm>
            <a:custGeom>
              <a:avLst/>
              <a:gdLst/>
              <a:ahLst/>
              <a:cxnLst/>
              <a:rect l="l" t="t" r="r" b="b"/>
              <a:pathLst>
                <a:path w="4743450" h="3163570">
                  <a:moveTo>
                    <a:pt x="4743387" y="0"/>
                  </a:moveTo>
                  <a:lnTo>
                    <a:pt x="0" y="3163101"/>
                  </a:lnTo>
                </a:path>
              </a:pathLst>
            </a:custGeom>
            <a:ln w="9525">
              <a:solidFill>
                <a:srgbClr val="5FCAEE"/>
              </a:solidFill>
            </a:ln>
          </p:spPr>
          <p:txBody>
            <a:bodyPr wrap="square" lIns="0" tIns="0" rIns="0" bIns="0" rtlCol="0"/>
            <a:lstStyle/>
            <a:p>
              <a:endParaRPr/>
            </a:p>
          </p:txBody>
        </p:sp>
        <p:sp>
          <p:nvSpPr>
            <p:cNvPr id="6" name="object 6"/>
            <p:cNvSpPr/>
            <p:nvPr/>
          </p:nvSpPr>
          <p:spPr>
            <a:xfrm>
              <a:off x="9182100" y="0"/>
              <a:ext cx="3009900" cy="6858000"/>
            </a:xfrm>
            <a:custGeom>
              <a:avLst/>
              <a:gdLst/>
              <a:ahLst/>
              <a:cxnLst/>
              <a:rect l="l" t="t" r="r" b="b"/>
              <a:pathLst>
                <a:path w="3009900" h="6858000">
                  <a:moveTo>
                    <a:pt x="3009899" y="0"/>
                  </a:moveTo>
                  <a:lnTo>
                    <a:pt x="2044399" y="0"/>
                  </a:lnTo>
                  <a:lnTo>
                    <a:pt x="0" y="6857996"/>
                  </a:lnTo>
                  <a:lnTo>
                    <a:pt x="3009899" y="6857996"/>
                  </a:lnTo>
                  <a:lnTo>
                    <a:pt x="3009899" y="0"/>
                  </a:lnTo>
                  <a:close/>
                </a:path>
              </a:pathLst>
            </a:custGeom>
            <a:solidFill>
              <a:srgbClr val="5FCAEE">
                <a:alpha val="36077"/>
              </a:srgbClr>
            </a:solidFill>
          </p:spPr>
          <p:txBody>
            <a:bodyPr wrap="square" lIns="0" tIns="0" rIns="0" bIns="0" rtlCol="0"/>
            <a:lstStyle/>
            <a:p>
              <a:endParaRPr/>
            </a:p>
          </p:txBody>
        </p:sp>
        <p:sp>
          <p:nvSpPr>
            <p:cNvPr id="7" name="object 7"/>
            <p:cNvSpPr/>
            <p:nvPr/>
          </p:nvSpPr>
          <p:spPr>
            <a:xfrm>
              <a:off x="9602878" y="0"/>
              <a:ext cx="2589530" cy="6858000"/>
            </a:xfrm>
            <a:custGeom>
              <a:avLst/>
              <a:gdLst/>
              <a:ahLst/>
              <a:cxnLst/>
              <a:rect l="l" t="t" r="r" b="b"/>
              <a:pathLst>
                <a:path w="2589529" h="6858000">
                  <a:moveTo>
                    <a:pt x="2589120" y="0"/>
                  </a:moveTo>
                  <a:lnTo>
                    <a:pt x="0" y="0"/>
                  </a:lnTo>
                  <a:lnTo>
                    <a:pt x="1208884" y="6857996"/>
                  </a:lnTo>
                  <a:lnTo>
                    <a:pt x="2589120" y="6857996"/>
                  </a:lnTo>
                  <a:lnTo>
                    <a:pt x="2589120" y="0"/>
                  </a:lnTo>
                  <a:close/>
                </a:path>
              </a:pathLst>
            </a:custGeom>
            <a:solidFill>
              <a:srgbClr val="5FCAEE">
                <a:alpha val="19999"/>
              </a:srgbClr>
            </a:solidFill>
          </p:spPr>
          <p:txBody>
            <a:bodyPr wrap="square" lIns="0" tIns="0" rIns="0" bIns="0" rtlCol="0"/>
            <a:lstStyle/>
            <a:p>
              <a:endParaRPr/>
            </a:p>
          </p:txBody>
        </p:sp>
        <p:sp>
          <p:nvSpPr>
            <p:cNvPr id="8" name="object 8"/>
            <p:cNvSpPr/>
            <p:nvPr/>
          </p:nvSpPr>
          <p:spPr>
            <a:xfrm>
              <a:off x="8934450" y="3048000"/>
              <a:ext cx="3257550" cy="3810000"/>
            </a:xfrm>
            <a:custGeom>
              <a:avLst/>
              <a:gdLst/>
              <a:ahLst/>
              <a:cxnLst/>
              <a:rect l="l" t="t" r="r" b="b"/>
              <a:pathLst>
                <a:path w="3257550" h="3810000">
                  <a:moveTo>
                    <a:pt x="3257550" y="0"/>
                  </a:moveTo>
                  <a:lnTo>
                    <a:pt x="0" y="3810000"/>
                  </a:lnTo>
                  <a:lnTo>
                    <a:pt x="3257550" y="3810000"/>
                  </a:lnTo>
                  <a:lnTo>
                    <a:pt x="3257550" y="0"/>
                  </a:lnTo>
                  <a:close/>
                </a:path>
              </a:pathLst>
            </a:custGeom>
            <a:solidFill>
              <a:srgbClr val="17AFE3">
                <a:alpha val="65881"/>
              </a:srgbClr>
            </a:solidFill>
          </p:spPr>
          <p:txBody>
            <a:bodyPr wrap="square" lIns="0" tIns="0" rIns="0" bIns="0" rtlCol="0"/>
            <a:lstStyle/>
            <a:p>
              <a:endParaRPr/>
            </a:p>
          </p:txBody>
        </p:sp>
        <p:sp>
          <p:nvSpPr>
            <p:cNvPr id="9" name="object 9"/>
            <p:cNvSpPr/>
            <p:nvPr/>
          </p:nvSpPr>
          <p:spPr>
            <a:xfrm>
              <a:off x="9337930" y="0"/>
              <a:ext cx="2854325" cy="6858000"/>
            </a:xfrm>
            <a:custGeom>
              <a:avLst/>
              <a:gdLst/>
              <a:ahLst/>
              <a:cxnLst/>
              <a:rect l="l" t="t" r="r" b="b"/>
              <a:pathLst>
                <a:path w="2854325" h="6858000">
                  <a:moveTo>
                    <a:pt x="2854069" y="0"/>
                  </a:moveTo>
                  <a:lnTo>
                    <a:pt x="0" y="0"/>
                  </a:lnTo>
                  <a:lnTo>
                    <a:pt x="2470020" y="6857996"/>
                  </a:lnTo>
                  <a:lnTo>
                    <a:pt x="2854069" y="6857996"/>
                  </a:lnTo>
                  <a:lnTo>
                    <a:pt x="2854069" y="0"/>
                  </a:lnTo>
                  <a:close/>
                </a:path>
              </a:pathLst>
            </a:custGeom>
            <a:solidFill>
              <a:srgbClr val="17AFE3">
                <a:alpha val="50195"/>
              </a:srgbClr>
            </a:solidFill>
          </p:spPr>
          <p:txBody>
            <a:bodyPr wrap="square" lIns="0" tIns="0" rIns="0" bIns="0" rtlCol="0"/>
            <a:lstStyle/>
            <a:p>
              <a:endParaRPr/>
            </a:p>
          </p:txBody>
        </p:sp>
        <p:sp>
          <p:nvSpPr>
            <p:cNvPr id="10" name="object 10"/>
            <p:cNvSpPr/>
            <p:nvPr/>
          </p:nvSpPr>
          <p:spPr>
            <a:xfrm>
              <a:off x="10896600" y="0"/>
              <a:ext cx="1295400" cy="6858000"/>
            </a:xfrm>
            <a:custGeom>
              <a:avLst/>
              <a:gdLst/>
              <a:ahLst/>
              <a:cxnLst/>
              <a:rect l="l" t="t" r="r" b="b"/>
              <a:pathLst>
                <a:path w="1295400" h="6858000">
                  <a:moveTo>
                    <a:pt x="1295399" y="0"/>
                  </a:moveTo>
                  <a:lnTo>
                    <a:pt x="1022453" y="0"/>
                  </a:lnTo>
                  <a:lnTo>
                    <a:pt x="0" y="6857996"/>
                  </a:lnTo>
                  <a:lnTo>
                    <a:pt x="1295399" y="6857996"/>
                  </a:lnTo>
                  <a:lnTo>
                    <a:pt x="1295399" y="0"/>
                  </a:lnTo>
                  <a:close/>
                </a:path>
              </a:pathLst>
            </a:custGeom>
            <a:solidFill>
              <a:srgbClr val="2D83C3">
                <a:alpha val="70195"/>
              </a:srgbClr>
            </a:solidFill>
          </p:spPr>
          <p:txBody>
            <a:bodyPr wrap="square" lIns="0" tIns="0" rIns="0" bIns="0" rtlCol="0"/>
            <a:lstStyle/>
            <a:p>
              <a:endParaRPr/>
            </a:p>
          </p:txBody>
        </p:sp>
        <p:sp>
          <p:nvSpPr>
            <p:cNvPr id="11" name="object 11"/>
            <p:cNvSpPr/>
            <p:nvPr/>
          </p:nvSpPr>
          <p:spPr>
            <a:xfrm>
              <a:off x="10936247" y="0"/>
              <a:ext cx="1256030" cy="6858000"/>
            </a:xfrm>
            <a:custGeom>
              <a:avLst/>
              <a:gdLst/>
              <a:ahLst/>
              <a:cxnLst/>
              <a:rect l="l" t="t" r="r" b="b"/>
              <a:pathLst>
                <a:path w="1256029" h="6858000">
                  <a:moveTo>
                    <a:pt x="1255752" y="0"/>
                  </a:moveTo>
                  <a:lnTo>
                    <a:pt x="0" y="0"/>
                  </a:lnTo>
                  <a:lnTo>
                    <a:pt x="1114527" y="6857996"/>
                  </a:lnTo>
                  <a:lnTo>
                    <a:pt x="1255752" y="6857996"/>
                  </a:lnTo>
                  <a:lnTo>
                    <a:pt x="1255752" y="0"/>
                  </a:lnTo>
                  <a:close/>
                </a:path>
              </a:pathLst>
            </a:custGeom>
            <a:solidFill>
              <a:srgbClr val="226192">
                <a:alpha val="79998"/>
              </a:srgbClr>
            </a:solidFill>
          </p:spPr>
          <p:txBody>
            <a:bodyPr wrap="square" lIns="0" tIns="0" rIns="0" bIns="0" rtlCol="0"/>
            <a:lstStyle/>
            <a:p>
              <a:endParaRPr/>
            </a:p>
          </p:txBody>
        </p:sp>
        <p:sp>
          <p:nvSpPr>
            <p:cNvPr id="12" name="object 12"/>
            <p:cNvSpPr/>
            <p:nvPr/>
          </p:nvSpPr>
          <p:spPr>
            <a:xfrm>
              <a:off x="10372725" y="3590925"/>
              <a:ext cx="1819275" cy="3267075"/>
            </a:xfrm>
            <a:custGeom>
              <a:avLst/>
              <a:gdLst/>
              <a:ahLst/>
              <a:cxnLst/>
              <a:rect l="l" t="t" r="r" b="b"/>
              <a:pathLst>
                <a:path w="1819275" h="3267075">
                  <a:moveTo>
                    <a:pt x="1819275" y="0"/>
                  </a:moveTo>
                  <a:lnTo>
                    <a:pt x="0" y="3267075"/>
                  </a:lnTo>
                  <a:lnTo>
                    <a:pt x="1819275" y="3267075"/>
                  </a:lnTo>
                  <a:lnTo>
                    <a:pt x="1819275" y="0"/>
                  </a:lnTo>
                  <a:close/>
                </a:path>
              </a:pathLst>
            </a:custGeom>
            <a:solidFill>
              <a:srgbClr val="17AFE3">
                <a:alpha val="65881"/>
              </a:srgbClr>
            </a:solidFill>
          </p:spPr>
          <p:txBody>
            <a:bodyPr wrap="square" lIns="0" tIns="0" rIns="0" bIns="0" rtlCol="0"/>
            <a:lstStyle/>
            <a:p>
              <a:endParaRPr/>
            </a:p>
          </p:txBody>
        </p:sp>
      </p:grpSp>
      <p:sp>
        <p:nvSpPr>
          <p:cNvPr id="13" name="object 13"/>
          <p:cNvSpPr/>
          <p:nvPr/>
        </p:nvSpPr>
        <p:spPr>
          <a:xfrm>
            <a:off x="0" y="4010025"/>
            <a:ext cx="447675" cy="2847975"/>
          </a:xfrm>
          <a:custGeom>
            <a:avLst/>
            <a:gdLst/>
            <a:ahLst/>
            <a:cxnLst/>
            <a:rect l="l" t="t" r="r" b="b"/>
            <a:pathLst>
              <a:path w="447675" h="2847975">
                <a:moveTo>
                  <a:pt x="0" y="0"/>
                </a:moveTo>
                <a:lnTo>
                  <a:pt x="0" y="2847975"/>
                </a:lnTo>
                <a:lnTo>
                  <a:pt x="447675" y="2847975"/>
                </a:lnTo>
                <a:lnTo>
                  <a:pt x="0" y="0"/>
                </a:lnTo>
                <a:close/>
              </a:path>
            </a:pathLst>
          </a:custGeom>
          <a:solidFill>
            <a:srgbClr val="5FCAEE">
              <a:alpha val="70195"/>
            </a:srgbClr>
          </a:solidFill>
        </p:spPr>
        <p:txBody>
          <a:bodyPr wrap="square" lIns="0" tIns="0" rIns="0" bIns="0" rtlCol="0"/>
          <a:lstStyle/>
          <a:p>
            <a:endParaRPr/>
          </a:p>
        </p:txBody>
      </p:sp>
      <p:sp>
        <p:nvSpPr>
          <p:cNvPr id="14" name="object 14"/>
          <p:cNvSpPr txBox="1"/>
          <p:nvPr/>
        </p:nvSpPr>
        <p:spPr>
          <a:xfrm>
            <a:off x="752475" y="6486037"/>
            <a:ext cx="1773555" cy="166370"/>
          </a:xfrm>
          <a:prstGeom prst="rect">
            <a:avLst/>
          </a:prstGeom>
        </p:spPr>
        <p:txBody>
          <a:bodyPr vert="horz" wrap="square" lIns="0" tIns="0" rIns="0" bIns="0" rtlCol="0">
            <a:spAutoFit/>
          </a:bodyPr>
          <a:lstStyle/>
          <a:p>
            <a:pPr>
              <a:lnSpc>
                <a:spcPts val="1275"/>
              </a:lnSpc>
            </a:pPr>
            <a:r>
              <a:rPr sz="1100" spc="20" dirty="0">
                <a:solidFill>
                  <a:srgbClr val="2D83C3"/>
                </a:solidFill>
                <a:latin typeface="Trebuchet MS"/>
                <a:cs typeface="Trebuchet MS"/>
              </a:rPr>
              <a:t>3/21/202</a:t>
            </a:r>
            <a:r>
              <a:rPr sz="1100" spc="10" dirty="0">
                <a:solidFill>
                  <a:srgbClr val="2D83C3"/>
                </a:solidFill>
                <a:latin typeface="Trebuchet MS"/>
                <a:cs typeface="Trebuchet MS"/>
              </a:rPr>
              <a:t>4</a:t>
            </a:r>
            <a:r>
              <a:rPr sz="1100" dirty="0">
                <a:solidFill>
                  <a:srgbClr val="2D83C3"/>
                </a:solidFill>
                <a:latin typeface="Trebuchet MS"/>
                <a:cs typeface="Trebuchet MS"/>
              </a:rPr>
              <a:t> </a:t>
            </a:r>
            <a:r>
              <a:rPr sz="1100" spc="130" dirty="0">
                <a:solidFill>
                  <a:srgbClr val="2D83C3"/>
                </a:solidFill>
                <a:latin typeface="Trebuchet MS"/>
                <a:cs typeface="Trebuchet MS"/>
              </a:rPr>
              <a:t> </a:t>
            </a:r>
            <a:r>
              <a:rPr sz="1100" b="1" spc="50" dirty="0">
                <a:solidFill>
                  <a:srgbClr val="2D83C3"/>
                </a:solidFill>
                <a:latin typeface="Trebuchet MS"/>
                <a:cs typeface="Trebuchet MS"/>
              </a:rPr>
              <a:t>A</a:t>
            </a:r>
            <a:r>
              <a:rPr sz="1100" b="1" spc="15" dirty="0">
                <a:solidFill>
                  <a:srgbClr val="2D83C3"/>
                </a:solidFill>
                <a:latin typeface="Trebuchet MS"/>
                <a:cs typeface="Trebuchet MS"/>
              </a:rPr>
              <a:t>nnu</a:t>
            </a:r>
            <a:r>
              <a:rPr sz="1100" b="1" spc="10" dirty="0">
                <a:solidFill>
                  <a:srgbClr val="2D83C3"/>
                </a:solidFill>
                <a:latin typeface="Trebuchet MS"/>
                <a:cs typeface="Trebuchet MS"/>
              </a:rPr>
              <a:t>al</a:t>
            </a:r>
            <a:r>
              <a:rPr sz="1100" b="1" spc="-140" dirty="0">
                <a:solidFill>
                  <a:srgbClr val="2D83C3"/>
                </a:solidFill>
                <a:latin typeface="Trebuchet MS"/>
                <a:cs typeface="Trebuchet MS"/>
              </a:rPr>
              <a:t> </a:t>
            </a:r>
            <a:r>
              <a:rPr sz="1100" b="1" dirty="0">
                <a:solidFill>
                  <a:srgbClr val="2D83C3"/>
                </a:solidFill>
                <a:latin typeface="Trebuchet MS"/>
                <a:cs typeface="Trebuchet MS"/>
              </a:rPr>
              <a:t>R</a:t>
            </a:r>
            <a:r>
              <a:rPr sz="1100" b="1" spc="35" dirty="0">
                <a:solidFill>
                  <a:srgbClr val="2D83C3"/>
                </a:solidFill>
                <a:latin typeface="Trebuchet MS"/>
                <a:cs typeface="Trebuchet MS"/>
              </a:rPr>
              <a:t>e</a:t>
            </a:r>
            <a:r>
              <a:rPr sz="1100" b="1" spc="90" dirty="0">
                <a:solidFill>
                  <a:srgbClr val="2D83C3"/>
                </a:solidFill>
                <a:latin typeface="Trebuchet MS"/>
                <a:cs typeface="Trebuchet MS"/>
              </a:rPr>
              <a:t>v</a:t>
            </a:r>
            <a:r>
              <a:rPr sz="1100" b="1" spc="-35" dirty="0">
                <a:solidFill>
                  <a:srgbClr val="2D83C3"/>
                </a:solidFill>
                <a:latin typeface="Trebuchet MS"/>
                <a:cs typeface="Trebuchet MS"/>
              </a:rPr>
              <a:t>i</a:t>
            </a:r>
            <a:r>
              <a:rPr sz="1100" b="1" spc="35" dirty="0">
                <a:solidFill>
                  <a:srgbClr val="2D83C3"/>
                </a:solidFill>
                <a:latin typeface="Trebuchet MS"/>
                <a:cs typeface="Trebuchet MS"/>
              </a:rPr>
              <a:t>e</a:t>
            </a:r>
            <a:r>
              <a:rPr sz="1100" b="1" spc="15" dirty="0">
                <a:solidFill>
                  <a:srgbClr val="2D83C3"/>
                </a:solidFill>
                <a:latin typeface="Trebuchet MS"/>
                <a:cs typeface="Trebuchet MS"/>
              </a:rPr>
              <a:t>w</a:t>
            </a:r>
            <a:endParaRPr sz="1100">
              <a:latin typeface="Trebuchet MS"/>
              <a:cs typeface="Trebuchet MS"/>
            </a:endParaRPr>
          </a:p>
        </p:txBody>
      </p:sp>
      <p:sp>
        <p:nvSpPr>
          <p:cNvPr id="15" name="object 15"/>
          <p:cNvSpPr/>
          <p:nvPr/>
        </p:nvSpPr>
        <p:spPr>
          <a:xfrm>
            <a:off x="7362825" y="447675"/>
            <a:ext cx="361950" cy="361950"/>
          </a:xfrm>
          <a:custGeom>
            <a:avLst/>
            <a:gdLst/>
            <a:ahLst/>
            <a:cxnLst/>
            <a:rect l="l" t="t" r="r" b="b"/>
            <a:pathLst>
              <a:path w="361950" h="361950">
                <a:moveTo>
                  <a:pt x="180975" y="0"/>
                </a:moveTo>
                <a:lnTo>
                  <a:pt x="132864" y="6464"/>
                </a:lnTo>
                <a:lnTo>
                  <a:pt x="89633" y="24708"/>
                </a:lnTo>
                <a:lnTo>
                  <a:pt x="53006" y="53006"/>
                </a:lnTo>
                <a:lnTo>
                  <a:pt x="24708" y="89633"/>
                </a:lnTo>
                <a:lnTo>
                  <a:pt x="6464" y="132864"/>
                </a:lnTo>
                <a:lnTo>
                  <a:pt x="0" y="180975"/>
                </a:lnTo>
                <a:lnTo>
                  <a:pt x="6464" y="229085"/>
                </a:lnTo>
                <a:lnTo>
                  <a:pt x="24708" y="272316"/>
                </a:lnTo>
                <a:lnTo>
                  <a:pt x="53006" y="308943"/>
                </a:lnTo>
                <a:lnTo>
                  <a:pt x="89633" y="337241"/>
                </a:lnTo>
                <a:lnTo>
                  <a:pt x="132864" y="355485"/>
                </a:lnTo>
                <a:lnTo>
                  <a:pt x="180975" y="361950"/>
                </a:lnTo>
                <a:lnTo>
                  <a:pt x="229085" y="355485"/>
                </a:lnTo>
                <a:lnTo>
                  <a:pt x="272316" y="337241"/>
                </a:lnTo>
                <a:lnTo>
                  <a:pt x="308943" y="308943"/>
                </a:lnTo>
                <a:lnTo>
                  <a:pt x="337241" y="272316"/>
                </a:lnTo>
                <a:lnTo>
                  <a:pt x="355485" y="229085"/>
                </a:lnTo>
                <a:lnTo>
                  <a:pt x="361950" y="180975"/>
                </a:lnTo>
                <a:lnTo>
                  <a:pt x="355485" y="132864"/>
                </a:lnTo>
                <a:lnTo>
                  <a:pt x="337241" y="89633"/>
                </a:lnTo>
                <a:lnTo>
                  <a:pt x="308943" y="53006"/>
                </a:lnTo>
                <a:lnTo>
                  <a:pt x="272316" y="24708"/>
                </a:lnTo>
                <a:lnTo>
                  <a:pt x="229085" y="6464"/>
                </a:lnTo>
                <a:lnTo>
                  <a:pt x="180975" y="0"/>
                </a:lnTo>
                <a:close/>
              </a:path>
            </a:pathLst>
          </a:custGeom>
          <a:solidFill>
            <a:srgbClr val="EBEBEB"/>
          </a:solidFill>
        </p:spPr>
        <p:txBody>
          <a:bodyPr wrap="square" lIns="0" tIns="0" rIns="0" bIns="0" rtlCol="0"/>
          <a:lstStyle/>
          <a:p>
            <a:endParaRPr/>
          </a:p>
        </p:txBody>
      </p:sp>
      <p:sp>
        <p:nvSpPr>
          <p:cNvPr id="16" name="object 16"/>
          <p:cNvSpPr/>
          <p:nvPr/>
        </p:nvSpPr>
        <p:spPr>
          <a:xfrm>
            <a:off x="11010900" y="5610225"/>
            <a:ext cx="647700" cy="647700"/>
          </a:xfrm>
          <a:custGeom>
            <a:avLst/>
            <a:gdLst/>
            <a:ahLst/>
            <a:cxnLst/>
            <a:rect l="l" t="t" r="r" b="b"/>
            <a:pathLst>
              <a:path w="647700" h="647700">
                <a:moveTo>
                  <a:pt x="323850" y="0"/>
                </a:moveTo>
                <a:lnTo>
                  <a:pt x="276003" y="3511"/>
                </a:lnTo>
                <a:lnTo>
                  <a:pt x="230332" y="13711"/>
                </a:lnTo>
                <a:lnTo>
                  <a:pt x="187340" y="30099"/>
                </a:lnTo>
                <a:lnTo>
                  <a:pt x="147528" y="52175"/>
                </a:lnTo>
                <a:lnTo>
                  <a:pt x="111397" y="79436"/>
                </a:lnTo>
                <a:lnTo>
                  <a:pt x="79448" y="111381"/>
                </a:lnTo>
                <a:lnTo>
                  <a:pt x="52184" y="147511"/>
                </a:lnTo>
                <a:lnTo>
                  <a:pt x="30106" y="187324"/>
                </a:lnTo>
                <a:lnTo>
                  <a:pt x="13714" y="230319"/>
                </a:lnTo>
                <a:lnTo>
                  <a:pt x="3512" y="275994"/>
                </a:lnTo>
                <a:lnTo>
                  <a:pt x="0" y="323850"/>
                </a:lnTo>
                <a:lnTo>
                  <a:pt x="3512" y="371705"/>
                </a:lnTo>
                <a:lnTo>
                  <a:pt x="13714" y="417380"/>
                </a:lnTo>
                <a:lnTo>
                  <a:pt x="30106" y="460375"/>
                </a:lnTo>
                <a:lnTo>
                  <a:pt x="52184" y="500188"/>
                </a:lnTo>
                <a:lnTo>
                  <a:pt x="79448" y="536318"/>
                </a:lnTo>
                <a:lnTo>
                  <a:pt x="111397" y="568263"/>
                </a:lnTo>
                <a:lnTo>
                  <a:pt x="147528" y="595524"/>
                </a:lnTo>
                <a:lnTo>
                  <a:pt x="187340" y="617600"/>
                </a:lnTo>
                <a:lnTo>
                  <a:pt x="230332" y="633988"/>
                </a:lnTo>
                <a:lnTo>
                  <a:pt x="276003" y="644188"/>
                </a:lnTo>
                <a:lnTo>
                  <a:pt x="323850" y="647700"/>
                </a:lnTo>
                <a:lnTo>
                  <a:pt x="371696" y="644188"/>
                </a:lnTo>
                <a:lnTo>
                  <a:pt x="417367" y="633988"/>
                </a:lnTo>
                <a:lnTo>
                  <a:pt x="460359" y="617600"/>
                </a:lnTo>
                <a:lnTo>
                  <a:pt x="500171" y="595524"/>
                </a:lnTo>
                <a:lnTo>
                  <a:pt x="536302" y="568263"/>
                </a:lnTo>
                <a:lnTo>
                  <a:pt x="568251" y="536318"/>
                </a:lnTo>
                <a:lnTo>
                  <a:pt x="595515" y="500188"/>
                </a:lnTo>
                <a:lnTo>
                  <a:pt x="617593" y="460375"/>
                </a:lnTo>
                <a:lnTo>
                  <a:pt x="633985" y="417380"/>
                </a:lnTo>
                <a:lnTo>
                  <a:pt x="644187" y="371705"/>
                </a:lnTo>
                <a:lnTo>
                  <a:pt x="647700" y="323850"/>
                </a:lnTo>
                <a:lnTo>
                  <a:pt x="644187" y="275994"/>
                </a:lnTo>
                <a:lnTo>
                  <a:pt x="633985" y="230319"/>
                </a:lnTo>
                <a:lnTo>
                  <a:pt x="617593" y="187324"/>
                </a:lnTo>
                <a:lnTo>
                  <a:pt x="595515" y="147511"/>
                </a:lnTo>
                <a:lnTo>
                  <a:pt x="568251" y="111381"/>
                </a:lnTo>
                <a:lnTo>
                  <a:pt x="536302" y="79436"/>
                </a:lnTo>
                <a:lnTo>
                  <a:pt x="500171" y="52175"/>
                </a:lnTo>
                <a:lnTo>
                  <a:pt x="460359" y="30099"/>
                </a:lnTo>
                <a:lnTo>
                  <a:pt x="417367" y="13711"/>
                </a:lnTo>
                <a:lnTo>
                  <a:pt x="371696" y="3511"/>
                </a:lnTo>
                <a:lnTo>
                  <a:pt x="323850" y="0"/>
                </a:lnTo>
                <a:close/>
              </a:path>
            </a:pathLst>
          </a:custGeom>
          <a:solidFill>
            <a:srgbClr val="2D83C3"/>
          </a:solidFill>
        </p:spPr>
        <p:txBody>
          <a:bodyPr wrap="square" lIns="0" tIns="0" rIns="0" bIns="0" rtlCol="0"/>
          <a:lstStyle/>
          <a:p>
            <a:endParaRPr/>
          </a:p>
        </p:txBody>
      </p:sp>
      <p:pic>
        <p:nvPicPr>
          <p:cNvPr id="17" name="object 17"/>
          <p:cNvPicPr/>
          <p:nvPr/>
        </p:nvPicPr>
        <p:blipFill>
          <a:blip r:embed="rId2" cstate="print"/>
          <a:stretch>
            <a:fillRect/>
          </a:stretch>
        </p:blipFill>
        <p:spPr>
          <a:xfrm>
            <a:off x="10687050" y="6134100"/>
            <a:ext cx="247650" cy="247650"/>
          </a:xfrm>
          <a:prstGeom prst="rect">
            <a:avLst/>
          </a:prstGeom>
        </p:spPr>
      </p:pic>
      <p:grpSp>
        <p:nvGrpSpPr>
          <p:cNvPr id="18" name="object 18"/>
          <p:cNvGrpSpPr/>
          <p:nvPr/>
        </p:nvGrpSpPr>
        <p:grpSpPr>
          <a:xfrm>
            <a:off x="47625" y="3819523"/>
            <a:ext cx="4124325" cy="3009900"/>
            <a:chOff x="47625" y="3819523"/>
            <a:chExt cx="4124325" cy="3009900"/>
          </a:xfrm>
        </p:grpSpPr>
        <p:pic>
          <p:nvPicPr>
            <p:cNvPr id="19" name="object 19"/>
            <p:cNvPicPr/>
            <p:nvPr/>
          </p:nvPicPr>
          <p:blipFill>
            <a:blip r:embed="rId3" cstate="print"/>
            <a:stretch>
              <a:fillRect/>
            </a:stretch>
          </p:blipFill>
          <p:spPr>
            <a:xfrm>
              <a:off x="466725" y="6410325"/>
              <a:ext cx="3705225" cy="295275"/>
            </a:xfrm>
            <a:prstGeom prst="rect">
              <a:avLst/>
            </a:prstGeom>
          </p:spPr>
        </p:pic>
        <p:pic>
          <p:nvPicPr>
            <p:cNvPr id="20" name="object 20"/>
            <p:cNvPicPr/>
            <p:nvPr/>
          </p:nvPicPr>
          <p:blipFill>
            <a:blip r:embed="rId4" cstate="print"/>
            <a:stretch>
              <a:fillRect/>
            </a:stretch>
          </p:blipFill>
          <p:spPr>
            <a:xfrm>
              <a:off x="47625" y="3819523"/>
              <a:ext cx="1733550" cy="3009898"/>
            </a:xfrm>
            <a:prstGeom prst="rect">
              <a:avLst/>
            </a:prstGeom>
          </p:spPr>
        </p:pic>
      </p:grpSp>
      <p:sp>
        <p:nvSpPr>
          <p:cNvPr id="21" name="object 21"/>
          <p:cNvSpPr txBox="1">
            <a:spLocks noGrp="1"/>
          </p:cNvSpPr>
          <p:nvPr>
            <p:ph type="title"/>
          </p:nvPr>
        </p:nvSpPr>
        <p:spPr>
          <a:xfrm>
            <a:off x="739775" y="445388"/>
            <a:ext cx="2357120" cy="758190"/>
          </a:xfrm>
          <a:prstGeom prst="rect">
            <a:avLst/>
          </a:prstGeom>
        </p:spPr>
        <p:txBody>
          <a:bodyPr vert="horz" wrap="square" lIns="0" tIns="13335" rIns="0" bIns="0" rtlCol="0">
            <a:spAutoFit/>
          </a:bodyPr>
          <a:lstStyle/>
          <a:p>
            <a:pPr marL="12700">
              <a:lnSpc>
                <a:spcPct val="100000"/>
              </a:lnSpc>
              <a:spcBef>
                <a:spcPts val="105"/>
              </a:spcBef>
            </a:pPr>
            <a:r>
              <a:rPr spc="25" dirty="0"/>
              <a:t>A</a:t>
            </a:r>
            <a:r>
              <a:rPr spc="-5" dirty="0"/>
              <a:t>G</a:t>
            </a:r>
            <a:r>
              <a:rPr spc="-35" dirty="0"/>
              <a:t>E</a:t>
            </a:r>
            <a:r>
              <a:rPr spc="15" dirty="0"/>
              <a:t>N</a:t>
            </a:r>
            <a:r>
              <a:rPr dirty="0"/>
              <a:t>DA</a:t>
            </a:r>
          </a:p>
        </p:txBody>
      </p:sp>
      <p:sp>
        <p:nvSpPr>
          <p:cNvPr id="22" name="object 22"/>
          <p:cNvSpPr txBox="1">
            <a:spLocks noGrp="1"/>
          </p:cNvSpPr>
          <p:nvPr>
            <p:ph type="sldNum" sz="quarter" idx="7"/>
          </p:nvPr>
        </p:nvSpPr>
        <p:spPr>
          <a:prstGeom prst="rect">
            <a:avLst/>
          </a:prstGeom>
        </p:spPr>
        <p:txBody>
          <a:bodyPr vert="horz" wrap="square" lIns="0" tIns="6985" rIns="0" bIns="0" rtlCol="0">
            <a:spAutoFit/>
          </a:bodyPr>
          <a:lstStyle/>
          <a:p>
            <a:pPr marL="38100">
              <a:lnSpc>
                <a:spcPct val="100000"/>
              </a:lnSpc>
              <a:spcBef>
                <a:spcPts val="55"/>
              </a:spcBef>
            </a:pPr>
            <a:fld id="{81D60167-4931-47E6-BA6A-407CBD079E47}" type="slidenum">
              <a:rPr spc="10" dirty="0"/>
              <a:t>3</a:t>
            </a:fld>
            <a:endParaRPr spc="10" dirty="0"/>
          </a:p>
        </p:txBody>
      </p:sp>
      <p:sp>
        <p:nvSpPr>
          <p:cNvPr id="23" name="TextBox 22">
            <a:extLst>
              <a:ext uri="{FF2B5EF4-FFF2-40B4-BE49-F238E27FC236}">
                <a16:creationId xmlns:a16="http://schemas.microsoft.com/office/drawing/2014/main" id="{D0827FA3-A9D4-0FE5-45BE-664C8C920E82}"/>
              </a:ext>
            </a:extLst>
          </p:cNvPr>
          <p:cNvSpPr txBox="1"/>
          <p:nvPr/>
        </p:nvSpPr>
        <p:spPr>
          <a:xfrm>
            <a:off x="2509807" y="1041533"/>
            <a:ext cx="5029200" cy="4832092"/>
          </a:xfrm>
          <a:prstGeom prst="rect">
            <a:avLst/>
          </a:prstGeom>
          <a:noFill/>
        </p:spPr>
        <p:txBody>
          <a:bodyPr wrap="square" rtlCol="0">
            <a:spAutoFit/>
          </a:bodyPr>
          <a:lstStyle/>
          <a:p>
            <a:pPr algn="l"/>
            <a:endParaRPr lang="en-US" sz="2800" b="0" i="0" dirty="0">
              <a:solidFill>
                <a:srgbClr val="0D0D0D"/>
              </a:solidFill>
              <a:effectLst/>
              <a:latin typeface="Times New Roman" panose="02020603050405020304" pitchFamily="18" charset="0"/>
              <a:cs typeface="Times New Roman" panose="02020603050405020304" pitchFamily="18" charset="0"/>
            </a:endParaRPr>
          </a:p>
          <a:p>
            <a:pPr algn="l">
              <a:buFont typeface="+mj-lt"/>
              <a:buAutoNum type="arabicPeriod"/>
            </a:pPr>
            <a:r>
              <a:rPr lang="en-US" sz="2800" b="0" i="0" dirty="0">
                <a:solidFill>
                  <a:srgbClr val="0D0D0D"/>
                </a:solidFill>
                <a:effectLst/>
                <a:latin typeface="Times New Roman" panose="02020603050405020304" pitchFamily="18" charset="0"/>
                <a:cs typeface="Times New Roman" panose="02020603050405020304" pitchFamily="18" charset="0"/>
              </a:rPr>
              <a:t>Problem Statement</a:t>
            </a:r>
          </a:p>
          <a:p>
            <a:pPr algn="l">
              <a:buFont typeface="+mj-lt"/>
              <a:buAutoNum type="arabicPeriod"/>
            </a:pPr>
            <a:r>
              <a:rPr lang="en-US" sz="2800" b="0" i="0" dirty="0">
                <a:solidFill>
                  <a:srgbClr val="0D0D0D"/>
                </a:solidFill>
                <a:effectLst/>
                <a:latin typeface="Times New Roman" panose="02020603050405020304" pitchFamily="18" charset="0"/>
                <a:cs typeface="Times New Roman" panose="02020603050405020304" pitchFamily="18" charset="0"/>
              </a:rPr>
              <a:t>Project Overview</a:t>
            </a:r>
          </a:p>
          <a:p>
            <a:pPr algn="l">
              <a:buFont typeface="+mj-lt"/>
              <a:buAutoNum type="arabicPeriod"/>
            </a:pPr>
            <a:r>
              <a:rPr lang="en-US" sz="2800" b="0" i="0" dirty="0">
                <a:solidFill>
                  <a:srgbClr val="0D0D0D"/>
                </a:solidFill>
                <a:effectLst/>
                <a:latin typeface="Times New Roman" panose="02020603050405020304" pitchFamily="18" charset="0"/>
                <a:cs typeface="Times New Roman" panose="02020603050405020304" pitchFamily="18" charset="0"/>
              </a:rPr>
              <a:t>End Users</a:t>
            </a:r>
          </a:p>
          <a:p>
            <a:pPr algn="l">
              <a:buFont typeface="+mj-lt"/>
              <a:buAutoNum type="arabicPeriod"/>
            </a:pPr>
            <a:r>
              <a:rPr lang="en-US" sz="2800" dirty="0">
                <a:solidFill>
                  <a:srgbClr val="0D0D0D"/>
                </a:solidFill>
                <a:latin typeface="Times New Roman" panose="02020603050405020304" pitchFamily="18" charset="0"/>
                <a:cs typeface="Times New Roman" panose="02020603050405020304" pitchFamily="18" charset="0"/>
              </a:rPr>
              <a:t>Tools and Technologies</a:t>
            </a:r>
            <a:endParaRPr lang="en-US" sz="2800" b="0" i="0" dirty="0">
              <a:solidFill>
                <a:srgbClr val="0D0D0D"/>
              </a:solidFill>
              <a:effectLst/>
              <a:latin typeface="Times New Roman" panose="02020603050405020304" pitchFamily="18" charset="0"/>
              <a:cs typeface="Times New Roman" panose="02020603050405020304" pitchFamily="18" charset="0"/>
            </a:endParaRPr>
          </a:p>
          <a:p>
            <a:pPr algn="l">
              <a:buFont typeface="+mj-lt"/>
              <a:buAutoNum type="arabicPeriod"/>
            </a:pPr>
            <a:r>
              <a:rPr lang="en-US" sz="2800" b="0" i="0" dirty="0">
                <a:solidFill>
                  <a:srgbClr val="0D0D0D"/>
                </a:solidFill>
                <a:effectLst/>
                <a:latin typeface="Times New Roman" panose="02020603050405020304" pitchFamily="18" charset="0"/>
                <a:cs typeface="Times New Roman" panose="02020603050405020304" pitchFamily="18" charset="0"/>
              </a:rPr>
              <a:t>Portfolio design and Layout</a:t>
            </a:r>
          </a:p>
          <a:p>
            <a:pPr algn="l">
              <a:buFont typeface="+mj-lt"/>
              <a:buAutoNum type="arabicPeriod"/>
            </a:pPr>
            <a:r>
              <a:rPr lang="en-US" sz="2800" dirty="0">
                <a:solidFill>
                  <a:srgbClr val="0D0D0D"/>
                </a:solidFill>
                <a:latin typeface="Times New Roman" panose="02020603050405020304" pitchFamily="18" charset="0"/>
                <a:cs typeface="Times New Roman" panose="02020603050405020304" pitchFamily="18" charset="0"/>
              </a:rPr>
              <a:t>Features and Functionality</a:t>
            </a:r>
            <a:endParaRPr lang="en-US" sz="2800" b="0" i="0" dirty="0">
              <a:solidFill>
                <a:srgbClr val="0D0D0D"/>
              </a:solidFill>
              <a:effectLst/>
              <a:latin typeface="Times New Roman" panose="02020603050405020304" pitchFamily="18" charset="0"/>
              <a:cs typeface="Times New Roman" panose="02020603050405020304" pitchFamily="18" charset="0"/>
            </a:endParaRPr>
          </a:p>
          <a:p>
            <a:pPr algn="l">
              <a:buFont typeface="+mj-lt"/>
              <a:buAutoNum type="arabicPeriod"/>
            </a:pPr>
            <a:r>
              <a:rPr lang="en-US" sz="2800" b="0" i="0" dirty="0">
                <a:solidFill>
                  <a:srgbClr val="0D0D0D"/>
                </a:solidFill>
                <a:effectLst/>
                <a:latin typeface="Times New Roman" panose="02020603050405020304" pitchFamily="18" charset="0"/>
                <a:cs typeface="Times New Roman" panose="02020603050405020304" pitchFamily="18" charset="0"/>
              </a:rPr>
              <a:t>Results and </a:t>
            </a:r>
            <a:r>
              <a:rPr lang="en-US" sz="2800" dirty="0">
                <a:solidFill>
                  <a:srgbClr val="0D0D0D"/>
                </a:solidFill>
                <a:latin typeface="Times New Roman" panose="02020603050405020304" pitchFamily="18" charset="0"/>
                <a:cs typeface="Times New Roman" panose="02020603050405020304" pitchFamily="18" charset="0"/>
              </a:rPr>
              <a:t>Screenshots</a:t>
            </a:r>
            <a:endParaRPr lang="en-US" sz="2800" b="0" i="0" dirty="0">
              <a:solidFill>
                <a:srgbClr val="0D0D0D"/>
              </a:solidFill>
              <a:effectLst/>
              <a:latin typeface="Times New Roman" panose="02020603050405020304" pitchFamily="18" charset="0"/>
              <a:cs typeface="Times New Roman" panose="02020603050405020304" pitchFamily="18" charset="0"/>
            </a:endParaRPr>
          </a:p>
          <a:p>
            <a:pPr algn="l">
              <a:buFont typeface="+mj-lt"/>
              <a:buAutoNum type="arabicPeriod"/>
            </a:pPr>
            <a:r>
              <a:rPr lang="en-US" sz="2800" b="0" i="0" dirty="0">
                <a:solidFill>
                  <a:srgbClr val="0D0D0D"/>
                </a:solidFill>
                <a:effectLst/>
                <a:latin typeface="Times New Roman" panose="02020603050405020304" pitchFamily="18" charset="0"/>
                <a:cs typeface="Times New Roman" panose="02020603050405020304" pitchFamily="18" charset="0"/>
              </a:rPr>
              <a:t>Conclusion</a:t>
            </a:r>
          </a:p>
          <a:p>
            <a:pPr algn="l">
              <a:buFont typeface="+mj-lt"/>
              <a:buAutoNum type="arabicPeriod"/>
            </a:pPr>
            <a:r>
              <a:rPr lang="en-US" sz="2800" dirty="0" err="1">
                <a:solidFill>
                  <a:srgbClr val="0D0D0D"/>
                </a:solidFill>
                <a:latin typeface="Times New Roman" panose="02020603050405020304" pitchFamily="18" charset="0"/>
                <a:cs typeface="Times New Roman" panose="02020603050405020304" pitchFamily="18" charset="0"/>
              </a:rPr>
              <a:t>Github</a:t>
            </a:r>
            <a:r>
              <a:rPr lang="en-US" sz="2800" dirty="0">
                <a:solidFill>
                  <a:srgbClr val="0D0D0D"/>
                </a:solidFill>
                <a:latin typeface="Times New Roman" panose="02020603050405020304" pitchFamily="18" charset="0"/>
                <a:cs typeface="Times New Roman" panose="02020603050405020304" pitchFamily="18" charset="0"/>
              </a:rPr>
              <a:t> Link</a:t>
            </a:r>
            <a:endParaRPr lang="en-US" sz="2800" b="0" i="0" dirty="0">
              <a:solidFill>
                <a:srgbClr val="0D0D0D"/>
              </a:solidFill>
              <a:effectLst/>
              <a:latin typeface="Times New Roman" panose="02020603050405020304" pitchFamily="18" charset="0"/>
              <a:cs typeface="Times New Roman" panose="02020603050405020304" pitchFamily="18" charset="0"/>
            </a:endParaRPr>
          </a:p>
          <a:p>
            <a:endParaRPr lang="en-IN" sz="2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7991475" y="2933700"/>
            <a:ext cx="2762250" cy="3257550"/>
            <a:chOff x="7991475" y="2933700"/>
            <a:chExt cx="2762250" cy="3257550"/>
          </a:xfrm>
        </p:grpSpPr>
        <p:sp>
          <p:nvSpPr>
            <p:cNvPr id="3" name="object 3"/>
            <p:cNvSpPr/>
            <p:nvPr/>
          </p:nvSpPr>
          <p:spPr>
            <a:xfrm>
              <a:off x="9353550" y="5362575"/>
              <a:ext cx="457200" cy="457200"/>
            </a:xfrm>
            <a:custGeom>
              <a:avLst/>
              <a:gdLst/>
              <a:ahLst/>
              <a:cxnLst/>
              <a:rect l="l" t="t" r="r" b="b"/>
              <a:pathLst>
                <a:path w="457200" h="457200">
                  <a:moveTo>
                    <a:pt x="457200" y="0"/>
                  </a:moveTo>
                  <a:lnTo>
                    <a:pt x="0" y="0"/>
                  </a:lnTo>
                  <a:lnTo>
                    <a:pt x="0" y="457200"/>
                  </a:lnTo>
                  <a:lnTo>
                    <a:pt x="457200" y="457200"/>
                  </a:lnTo>
                  <a:lnTo>
                    <a:pt x="457200" y="0"/>
                  </a:lnTo>
                  <a:close/>
                </a:path>
              </a:pathLst>
            </a:custGeom>
            <a:solidFill>
              <a:srgbClr val="42AF51"/>
            </a:solidFill>
          </p:spPr>
          <p:txBody>
            <a:bodyPr wrap="square" lIns="0" tIns="0" rIns="0" bIns="0" rtlCol="0"/>
            <a:lstStyle/>
            <a:p>
              <a:endParaRPr/>
            </a:p>
          </p:txBody>
        </p:sp>
        <p:sp>
          <p:nvSpPr>
            <p:cNvPr id="4" name="object 4"/>
            <p:cNvSpPr/>
            <p:nvPr/>
          </p:nvSpPr>
          <p:spPr>
            <a:xfrm>
              <a:off x="9353550" y="5895975"/>
              <a:ext cx="180975" cy="180975"/>
            </a:xfrm>
            <a:custGeom>
              <a:avLst/>
              <a:gdLst/>
              <a:ahLst/>
              <a:cxnLst/>
              <a:rect l="l" t="t" r="r" b="b"/>
              <a:pathLst>
                <a:path w="180975" h="180975">
                  <a:moveTo>
                    <a:pt x="180975" y="0"/>
                  </a:moveTo>
                  <a:lnTo>
                    <a:pt x="0" y="0"/>
                  </a:lnTo>
                  <a:lnTo>
                    <a:pt x="0" y="180975"/>
                  </a:lnTo>
                  <a:lnTo>
                    <a:pt x="180975" y="180975"/>
                  </a:lnTo>
                  <a:lnTo>
                    <a:pt x="180975" y="0"/>
                  </a:lnTo>
                  <a:close/>
                </a:path>
              </a:pathLst>
            </a:custGeom>
            <a:solidFill>
              <a:srgbClr val="2D936B"/>
            </a:solidFill>
          </p:spPr>
          <p:txBody>
            <a:bodyPr wrap="square" lIns="0" tIns="0" rIns="0" bIns="0" rtlCol="0"/>
            <a:lstStyle/>
            <a:p>
              <a:endParaRPr/>
            </a:p>
          </p:txBody>
        </p:sp>
        <p:pic>
          <p:nvPicPr>
            <p:cNvPr id="5" name="object 5"/>
            <p:cNvPicPr/>
            <p:nvPr/>
          </p:nvPicPr>
          <p:blipFill>
            <a:blip r:embed="rId2" cstate="print"/>
            <a:stretch>
              <a:fillRect/>
            </a:stretch>
          </p:blipFill>
          <p:spPr>
            <a:xfrm>
              <a:off x="7991475" y="2933700"/>
              <a:ext cx="2762250" cy="3257550"/>
            </a:xfrm>
            <a:prstGeom prst="rect">
              <a:avLst/>
            </a:prstGeom>
          </p:spPr>
        </p:pic>
      </p:grpSp>
      <p:sp>
        <p:nvSpPr>
          <p:cNvPr id="7" name="object 7"/>
          <p:cNvSpPr txBox="1">
            <a:spLocks noGrp="1"/>
          </p:cNvSpPr>
          <p:nvPr>
            <p:ph type="title"/>
          </p:nvPr>
        </p:nvSpPr>
        <p:spPr>
          <a:xfrm>
            <a:off x="834072" y="575055"/>
            <a:ext cx="5636895" cy="678180"/>
          </a:xfrm>
          <a:prstGeom prst="rect">
            <a:avLst/>
          </a:prstGeom>
        </p:spPr>
        <p:txBody>
          <a:bodyPr vert="horz" wrap="square" lIns="0" tIns="16510" rIns="0" bIns="0" rtlCol="0">
            <a:spAutoFit/>
          </a:bodyPr>
          <a:lstStyle/>
          <a:p>
            <a:pPr marL="12700">
              <a:lnSpc>
                <a:spcPct val="100000"/>
              </a:lnSpc>
              <a:spcBef>
                <a:spcPts val="130"/>
              </a:spcBef>
              <a:tabLst>
                <a:tab pos="2727960" algn="l"/>
              </a:tabLst>
            </a:pPr>
            <a:r>
              <a:rPr sz="4250" spc="-20" dirty="0"/>
              <a:t>P</a:t>
            </a:r>
            <a:r>
              <a:rPr sz="4250" spc="15" dirty="0"/>
              <a:t>ROB</a:t>
            </a:r>
            <a:r>
              <a:rPr sz="4250" spc="55" dirty="0"/>
              <a:t>L</a:t>
            </a:r>
            <a:r>
              <a:rPr sz="4250" spc="-20" dirty="0"/>
              <a:t>E</a:t>
            </a:r>
            <a:r>
              <a:rPr sz="4250" spc="20" dirty="0"/>
              <a:t>M</a:t>
            </a:r>
            <a:r>
              <a:rPr sz="4250" dirty="0"/>
              <a:t>	</a:t>
            </a:r>
            <a:r>
              <a:rPr sz="4250" spc="10" dirty="0"/>
              <a:t>S</a:t>
            </a:r>
            <a:r>
              <a:rPr sz="4250" spc="-370" dirty="0"/>
              <a:t>T</a:t>
            </a:r>
            <a:r>
              <a:rPr sz="4250" spc="-375" dirty="0"/>
              <a:t>A</a:t>
            </a:r>
            <a:r>
              <a:rPr sz="4250" spc="15" dirty="0"/>
              <a:t>T</a:t>
            </a:r>
            <a:r>
              <a:rPr sz="4250" spc="-10" dirty="0"/>
              <a:t>E</a:t>
            </a:r>
            <a:r>
              <a:rPr sz="4250" spc="-20" dirty="0"/>
              <a:t>ME</a:t>
            </a:r>
            <a:r>
              <a:rPr sz="4250" spc="10" dirty="0"/>
              <a:t>NT</a:t>
            </a:r>
            <a:endParaRPr sz="4250" dirty="0"/>
          </a:p>
        </p:txBody>
      </p:sp>
      <p:pic>
        <p:nvPicPr>
          <p:cNvPr id="8" name="object 8"/>
          <p:cNvPicPr/>
          <p:nvPr/>
        </p:nvPicPr>
        <p:blipFill>
          <a:blip r:embed="rId3" cstate="print"/>
          <a:stretch>
            <a:fillRect/>
          </a:stretch>
        </p:blipFill>
        <p:spPr>
          <a:xfrm>
            <a:off x="676275" y="6467475"/>
            <a:ext cx="2143125" cy="200025"/>
          </a:xfrm>
          <a:prstGeom prst="rect">
            <a:avLst/>
          </a:prstGeom>
        </p:spPr>
      </p:pic>
      <p:sp>
        <p:nvSpPr>
          <p:cNvPr id="10" name="object 10"/>
          <p:cNvSpPr txBox="1">
            <a:spLocks noGrp="1"/>
          </p:cNvSpPr>
          <p:nvPr>
            <p:ph type="sldNum" sz="quarter" idx="7"/>
          </p:nvPr>
        </p:nvSpPr>
        <p:spPr>
          <a:prstGeom prst="rect">
            <a:avLst/>
          </a:prstGeom>
        </p:spPr>
        <p:txBody>
          <a:bodyPr vert="horz" wrap="square" lIns="0" tIns="6985" rIns="0" bIns="0" rtlCol="0">
            <a:spAutoFit/>
          </a:bodyPr>
          <a:lstStyle/>
          <a:p>
            <a:pPr marL="38100">
              <a:lnSpc>
                <a:spcPct val="100000"/>
              </a:lnSpc>
              <a:spcBef>
                <a:spcPts val="55"/>
              </a:spcBef>
            </a:pPr>
            <a:fld id="{81D60167-4931-47E6-BA6A-407CBD079E47}" type="slidenum">
              <a:rPr spc="10" dirty="0"/>
              <a:t>4</a:t>
            </a:fld>
            <a:endParaRPr spc="10" dirty="0"/>
          </a:p>
        </p:txBody>
      </p:sp>
      <p:sp>
        <p:nvSpPr>
          <p:cNvPr id="12" name="TextBox 11">
            <a:extLst>
              <a:ext uri="{FF2B5EF4-FFF2-40B4-BE49-F238E27FC236}">
                <a16:creationId xmlns:a16="http://schemas.microsoft.com/office/drawing/2014/main" id="{4693ED22-205F-6140-DDED-7C2000A75FAF}"/>
              </a:ext>
            </a:extLst>
          </p:cNvPr>
          <p:cNvSpPr txBox="1"/>
          <p:nvPr/>
        </p:nvSpPr>
        <p:spPr>
          <a:xfrm>
            <a:off x="914400" y="1676400"/>
            <a:ext cx="5556567" cy="3970318"/>
          </a:xfrm>
          <a:prstGeom prst="rect">
            <a:avLst/>
          </a:prstGeom>
          <a:noFill/>
        </p:spPr>
        <p:txBody>
          <a:bodyPr wrap="square" rtlCol="0">
            <a:spAutoFit/>
          </a:bodyPr>
          <a:lstStyle/>
          <a:p>
            <a:r>
              <a:rPr lang="en-US" sz="2800" dirty="0"/>
              <a:t>Traditional paper-based portfolios fail to showcase student achievements dynamically and are difficult to update or share effectively. There is a need for a digital solution that allows creative, interactive, and easily updatable portfolios using modern web technologies like FWD.</a:t>
            </a:r>
            <a:endParaRPr lang="en-IN" sz="2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8658225" y="2647950"/>
            <a:ext cx="3533775" cy="3810000"/>
            <a:chOff x="8658225" y="2647950"/>
            <a:chExt cx="3533775" cy="3810000"/>
          </a:xfrm>
        </p:grpSpPr>
        <p:sp>
          <p:nvSpPr>
            <p:cNvPr id="3" name="object 3"/>
            <p:cNvSpPr/>
            <p:nvPr/>
          </p:nvSpPr>
          <p:spPr>
            <a:xfrm>
              <a:off x="9353550" y="5362575"/>
              <a:ext cx="457200" cy="457200"/>
            </a:xfrm>
            <a:custGeom>
              <a:avLst/>
              <a:gdLst/>
              <a:ahLst/>
              <a:cxnLst/>
              <a:rect l="l" t="t" r="r" b="b"/>
              <a:pathLst>
                <a:path w="457200" h="457200">
                  <a:moveTo>
                    <a:pt x="457200" y="0"/>
                  </a:moveTo>
                  <a:lnTo>
                    <a:pt x="0" y="0"/>
                  </a:lnTo>
                  <a:lnTo>
                    <a:pt x="0" y="457200"/>
                  </a:lnTo>
                  <a:lnTo>
                    <a:pt x="457200" y="457200"/>
                  </a:lnTo>
                  <a:lnTo>
                    <a:pt x="457200" y="0"/>
                  </a:lnTo>
                  <a:close/>
                </a:path>
              </a:pathLst>
            </a:custGeom>
            <a:solidFill>
              <a:srgbClr val="42AF51"/>
            </a:solidFill>
          </p:spPr>
          <p:txBody>
            <a:bodyPr wrap="square" lIns="0" tIns="0" rIns="0" bIns="0" rtlCol="0"/>
            <a:lstStyle/>
            <a:p>
              <a:endParaRPr/>
            </a:p>
          </p:txBody>
        </p:sp>
        <p:sp>
          <p:nvSpPr>
            <p:cNvPr id="4" name="object 4"/>
            <p:cNvSpPr/>
            <p:nvPr/>
          </p:nvSpPr>
          <p:spPr>
            <a:xfrm>
              <a:off x="9353550" y="5895975"/>
              <a:ext cx="180975" cy="180975"/>
            </a:xfrm>
            <a:custGeom>
              <a:avLst/>
              <a:gdLst/>
              <a:ahLst/>
              <a:cxnLst/>
              <a:rect l="l" t="t" r="r" b="b"/>
              <a:pathLst>
                <a:path w="180975" h="180975">
                  <a:moveTo>
                    <a:pt x="180975" y="0"/>
                  </a:moveTo>
                  <a:lnTo>
                    <a:pt x="0" y="0"/>
                  </a:lnTo>
                  <a:lnTo>
                    <a:pt x="0" y="180975"/>
                  </a:lnTo>
                  <a:lnTo>
                    <a:pt x="180975" y="180975"/>
                  </a:lnTo>
                  <a:lnTo>
                    <a:pt x="180975" y="0"/>
                  </a:lnTo>
                  <a:close/>
                </a:path>
              </a:pathLst>
            </a:custGeom>
            <a:solidFill>
              <a:srgbClr val="2D936B"/>
            </a:solidFill>
          </p:spPr>
          <p:txBody>
            <a:bodyPr wrap="square" lIns="0" tIns="0" rIns="0" bIns="0" rtlCol="0"/>
            <a:lstStyle/>
            <a:p>
              <a:endParaRPr/>
            </a:p>
          </p:txBody>
        </p:sp>
        <p:pic>
          <p:nvPicPr>
            <p:cNvPr id="5" name="object 5"/>
            <p:cNvPicPr/>
            <p:nvPr/>
          </p:nvPicPr>
          <p:blipFill>
            <a:blip r:embed="rId2" cstate="print"/>
            <a:stretch>
              <a:fillRect/>
            </a:stretch>
          </p:blipFill>
          <p:spPr>
            <a:xfrm>
              <a:off x="8658225" y="2647950"/>
              <a:ext cx="3533775" cy="3810000"/>
            </a:xfrm>
            <a:prstGeom prst="rect">
              <a:avLst/>
            </a:prstGeom>
          </p:spPr>
        </p:pic>
      </p:grpSp>
      <p:sp>
        <p:nvSpPr>
          <p:cNvPr id="7" name="object 7"/>
          <p:cNvSpPr txBox="1">
            <a:spLocks noGrp="1"/>
          </p:cNvSpPr>
          <p:nvPr>
            <p:ph type="title"/>
          </p:nvPr>
        </p:nvSpPr>
        <p:spPr>
          <a:xfrm>
            <a:off x="739775" y="829627"/>
            <a:ext cx="5263515" cy="678180"/>
          </a:xfrm>
          <a:prstGeom prst="rect">
            <a:avLst/>
          </a:prstGeom>
        </p:spPr>
        <p:txBody>
          <a:bodyPr vert="horz" wrap="square" lIns="0" tIns="16510" rIns="0" bIns="0" rtlCol="0">
            <a:spAutoFit/>
          </a:bodyPr>
          <a:lstStyle/>
          <a:p>
            <a:pPr marL="12700">
              <a:lnSpc>
                <a:spcPct val="100000"/>
              </a:lnSpc>
              <a:spcBef>
                <a:spcPts val="130"/>
              </a:spcBef>
              <a:tabLst>
                <a:tab pos="2642870" algn="l"/>
              </a:tabLst>
            </a:pPr>
            <a:r>
              <a:rPr sz="4250" spc="5" dirty="0"/>
              <a:t>PROJECT	</a:t>
            </a:r>
            <a:r>
              <a:rPr sz="4250" spc="-20" dirty="0"/>
              <a:t>OVERVIEW</a:t>
            </a:r>
            <a:endParaRPr sz="4250"/>
          </a:p>
        </p:txBody>
      </p:sp>
      <p:pic>
        <p:nvPicPr>
          <p:cNvPr id="8" name="object 8"/>
          <p:cNvPicPr/>
          <p:nvPr/>
        </p:nvPicPr>
        <p:blipFill>
          <a:blip r:embed="rId3" cstate="print"/>
          <a:stretch>
            <a:fillRect/>
          </a:stretch>
        </p:blipFill>
        <p:spPr>
          <a:xfrm>
            <a:off x="676275" y="6467475"/>
            <a:ext cx="2143125" cy="200025"/>
          </a:xfrm>
          <a:prstGeom prst="rect">
            <a:avLst/>
          </a:prstGeom>
        </p:spPr>
      </p:pic>
      <p:sp>
        <p:nvSpPr>
          <p:cNvPr id="10" name="object 10"/>
          <p:cNvSpPr txBox="1">
            <a:spLocks noGrp="1"/>
          </p:cNvSpPr>
          <p:nvPr>
            <p:ph type="sldNum" sz="quarter" idx="7"/>
          </p:nvPr>
        </p:nvSpPr>
        <p:spPr>
          <a:prstGeom prst="rect">
            <a:avLst/>
          </a:prstGeom>
        </p:spPr>
        <p:txBody>
          <a:bodyPr vert="horz" wrap="square" lIns="0" tIns="6985" rIns="0" bIns="0" rtlCol="0">
            <a:spAutoFit/>
          </a:bodyPr>
          <a:lstStyle/>
          <a:p>
            <a:pPr marL="38100">
              <a:lnSpc>
                <a:spcPct val="100000"/>
              </a:lnSpc>
              <a:spcBef>
                <a:spcPts val="55"/>
              </a:spcBef>
            </a:pPr>
            <a:fld id="{81D60167-4931-47E6-BA6A-407CBD079E47}" type="slidenum">
              <a:rPr spc="10" dirty="0"/>
              <a:t>5</a:t>
            </a:fld>
            <a:endParaRPr spc="10" dirty="0"/>
          </a:p>
        </p:txBody>
      </p:sp>
      <p:sp>
        <p:nvSpPr>
          <p:cNvPr id="9" name="TextBox 8">
            <a:extLst>
              <a:ext uri="{FF2B5EF4-FFF2-40B4-BE49-F238E27FC236}">
                <a16:creationId xmlns:a16="http://schemas.microsoft.com/office/drawing/2014/main" id="{7529014E-24BA-3DBB-5DF3-50114A395A1C}"/>
              </a:ext>
            </a:extLst>
          </p:cNvPr>
          <p:cNvSpPr txBox="1"/>
          <p:nvPr/>
        </p:nvSpPr>
        <p:spPr>
          <a:xfrm>
            <a:off x="739775" y="1905000"/>
            <a:ext cx="5661025" cy="4401205"/>
          </a:xfrm>
          <a:prstGeom prst="rect">
            <a:avLst/>
          </a:prstGeom>
          <a:noFill/>
        </p:spPr>
        <p:txBody>
          <a:bodyPr wrap="square" rtlCol="0">
            <a:spAutoFit/>
          </a:bodyPr>
          <a:lstStyle/>
          <a:p>
            <a:r>
              <a:rPr lang="en-US" sz="2800" dirty="0"/>
              <a:t>This project introduces a web-based interactive digital portfolio application built with FWD. It enables students to present academic projects, skills, and extracurricular achievements through engaging layouts, multimedia integration, and responsive design, making the presentation process streamlined and impactful</a:t>
            </a:r>
            <a:r>
              <a:rPr lang="en-US" dirty="0"/>
              <a:t>.</a:t>
            </a:r>
            <a:endParaRPr lang="en-IN"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p:nvPr/>
        </p:nvSpPr>
        <p:spPr>
          <a:xfrm>
            <a:off x="9353550" y="5362575"/>
            <a:ext cx="457200" cy="457200"/>
          </a:xfrm>
          <a:custGeom>
            <a:avLst/>
            <a:gdLst/>
            <a:ahLst/>
            <a:cxnLst/>
            <a:rect l="l" t="t" r="r" b="b"/>
            <a:pathLst>
              <a:path w="457200" h="457200">
                <a:moveTo>
                  <a:pt x="457200" y="0"/>
                </a:moveTo>
                <a:lnTo>
                  <a:pt x="0" y="0"/>
                </a:lnTo>
                <a:lnTo>
                  <a:pt x="0" y="457200"/>
                </a:lnTo>
                <a:lnTo>
                  <a:pt x="457200" y="457200"/>
                </a:lnTo>
                <a:lnTo>
                  <a:pt x="457200" y="0"/>
                </a:lnTo>
                <a:close/>
              </a:path>
            </a:pathLst>
          </a:custGeom>
          <a:solidFill>
            <a:srgbClr val="42AF51"/>
          </a:solidFill>
        </p:spPr>
        <p:txBody>
          <a:bodyPr wrap="square" lIns="0" tIns="0" rIns="0" bIns="0" rtlCol="0"/>
          <a:lstStyle/>
          <a:p>
            <a:endParaRPr/>
          </a:p>
        </p:txBody>
      </p:sp>
      <p:sp>
        <p:nvSpPr>
          <p:cNvPr id="4" name="object 4"/>
          <p:cNvSpPr/>
          <p:nvPr/>
        </p:nvSpPr>
        <p:spPr>
          <a:xfrm>
            <a:off x="9353550" y="5895975"/>
            <a:ext cx="180975" cy="180975"/>
          </a:xfrm>
          <a:custGeom>
            <a:avLst/>
            <a:gdLst/>
            <a:ahLst/>
            <a:cxnLst/>
            <a:rect l="l" t="t" r="r" b="b"/>
            <a:pathLst>
              <a:path w="180975" h="180975">
                <a:moveTo>
                  <a:pt x="180975" y="0"/>
                </a:moveTo>
                <a:lnTo>
                  <a:pt x="0" y="0"/>
                </a:lnTo>
                <a:lnTo>
                  <a:pt x="0" y="180975"/>
                </a:lnTo>
                <a:lnTo>
                  <a:pt x="180975" y="180975"/>
                </a:lnTo>
                <a:lnTo>
                  <a:pt x="180975" y="0"/>
                </a:lnTo>
                <a:close/>
              </a:path>
            </a:pathLst>
          </a:custGeom>
          <a:solidFill>
            <a:srgbClr val="2D936B"/>
          </a:solidFill>
        </p:spPr>
        <p:txBody>
          <a:bodyPr wrap="square" lIns="0" tIns="0" rIns="0" bIns="0" rtlCol="0"/>
          <a:lstStyle/>
          <a:p>
            <a:endParaRPr/>
          </a:p>
        </p:txBody>
      </p:sp>
      <p:sp>
        <p:nvSpPr>
          <p:cNvPr id="5" name="object 5"/>
          <p:cNvSpPr txBox="1">
            <a:spLocks noGrp="1"/>
          </p:cNvSpPr>
          <p:nvPr>
            <p:ph type="title"/>
          </p:nvPr>
        </p:nvSpPr>
        <p:spPr>
          <a:xfrm>
            <a:off x="699452" y="891793"/>
            <a:ext cx="5014595" cy="518159"/>
          </a:xfrm>
          <a:prstGeom prst="rect">
            <a:avLst/>
          </a:prstGeom>
        </p:spPr>
        <p:txBody>
          <a:bodyPr vert="horz" wrap="square" lIns="0" tIns="16510" rIns="0" bIns="0" rtlCol="0">
            <a:spAutoFit/>
          </a:bodyPr>
          <a:lstStyle/>
          <a:p>
            <a:pPr marL="12700">
              <a:lnSpc>
                <a:spcPct val="100000"/>
              </a:lnSpc>
              <a:spcBef>
                <a:spcPts val="130"/>
              </a:spcBef>
            </a:pPr>
            <a:r>
              <a:rPr sz="3200" spc="25" dirty="0"/>
              <a:t>W</a:t>
            </a:r>
            <a:r>
              <a:rPr sz="3200" spc="-20" dirty="0"/>
              <a:t>H</a:t>
            </a:r>
            <a:r>
              <a:rPr sz="3200" spc="20" dirty="0"/>
              <a:t>O</a:t>
            </a:r>
            <a:r>
              <a:rPr sz="3200" spc="-235" dirty="0"/>
              <a:t> </a:t>
            </a:r>
            <a:r>
              <a:rPr sz="3200" spc="-10" dirty="0"/>
              <a:t>AR</a:t>
            </a:r>
            <a:r>
              <a:rPr sz="3200" spc="15" dirty="0"/>
              <a:t>E</a:t>
            </a:r>
            <a:r>
              <a:rPr sz="3200" spc="-35" dirty="0"/>
              <a:t> </a:t>
            </a:r>
            <a:r>
              <a:rPr sz="3200" spc="-10" dirty="0"/>
              <a:t>T</a:t>
            </a:r>
            <a:r>
              <a:rPr sz="3200" spc="-15" dirty="0"/>
              <a:t>H</a:t>
            </a:r>
            <a:r>
              <a:rPr sz="3200" spc="15" dirty="0"/>
              <a:t>E</a:t>
            </a:r>
            <a:r>
              <a:rPr sz="3200" spc="-35" dirty="0"/>
              <a:t> </a:t>
            </a:r>
            <a:r>
              <a:rPr sz="3200" spc="-20" dirty="0"/>
              <a:t>E</a:t>
            </a:r>
            <a:r>
              <a:rPr sz="3200" spc="30" dirty="0"/>
              <a:t>N</a:t>
            </a:r>
            <a:r>
              <a:rPr sz="3200" spc="15" dirty="0"/>
              <a:t>D</a:t>
            </a:r>
            <a:r>
              <a:rPr sz="3200" spc="-45" dirty="0"/>
              <a:t> </a:t>
            </a:r>
            <a:r>
              <a:rPr sz="3200" dirty="0"/>
              <a:t>U</a:t>
            </a:r>
            <a:r>
              <a:rPr sz="3200" spc="10" dirty="0"/>
              <a:t>S</a:t>
            </a:r>
            <a:r>
              <a:rPr sz="3200" spc="-25" dirty="0"/>
              <a:t>E</a:t>
            </a:r>
            <a:r>
              <a:rPr sz="3200" spc="-10" dirty="0"/>
              <a:t>R</a:t>
            </a:r>
            <a:r>
              <a:rPr sz="3200" spc="5" dirty="0"/>
              <a:t>S?</a:t>
            </a:r>
            <a:endParaRPr sz="3200"/>
          </a:p>
        </p:txBody>
      </p:sp>
      <p:pic>
        <p:nvPicPr>
          <p:cNvPr id="6" name="object 6"/>
          <p:cNvPicPr/>
          <p:nvPr/>
        </p:nvPicPr>
        <p:blipFill>
          <a:blip r:embed="rId2" cstate="print"/>
          <a:stretch>
            <a:fillRect/>
          </a:stretch>
        </p:blipFill>
        <p:spPr>
          <a:xfrm>
            <a:off x="723900" y="6172200"/>
            <a:ext cx="2181225" cy="485775"/>
          </a:xfrm>
          <a:prstGeom prst="rect">
            <a:avLst/>
          </a:prstGeom>
        </p:spPr>
      </p:pic>
      <p:sp>
        <p:nvSpPr>
          <p:cNvPr id="8" name="object 8"/>
          <p:cNvSpPr txBox="1">
            <a:spLocks noGrp="1"/>
          </p:cNvSpPr>
          <p:nvPr>
            <p:ph type="sldNum" sz="quarter" idx="7"/>
          </p:nvPr>
        </p:nvSpPr>
        <p:spPr>
          <a:prstGeom prst="rect">
            <a:avLst/>
          </a:prstGeom>
        </p:spPr>
        <p:txBody>
          <a:bodyPr vert="horz" wrap="square" lIns="0" tIns="6985" rIns="0" bIns="0" rtlCol="0">
            <a:spAutoFit/>
          </a:bodyPr>
          <a:lstStyle/>
          <a:p>
            <a:pPr marL="38100">
              <a:lnSpc>
                <a:spcPct val="100000"/>
              </a:lnSpc>
              <a:spcBef>
                <a:spcPts val="55"/>
              </a:spcBef>
            </a:pPr>
            <a:fld id="{81D60167-4931-47E6-BA6A-407CBD079E47}" type="slidenum">
              <a:rPr spc="10" dirty="0"/>
              <a:t>6</a:t>
            </a:fld>
            <a:endParaRPr spc="10" dirty="0"/>
          </a:p>
        </p:txBody>
      </p:sp>
      <p:sp>
        <p:nvSpPr>
          <p:cNvPr id="9" name="TextBox 8">
            <a:extLst>
              <a:ext uri="{FF2B5EF4-FFF2-40B4-BE49-F238E27FC236}">
                <a16:creationId xmlns:a16="http://schemas.microsoft.com/office/drawing/2014/main" id="{15B75AA2-7DC9-5F9C-2501-BC04EC8E11D5}"/>
              </a:ext>
            </a:extLst>
          </p:cNvPr>
          <p:cNvSpPr txBox="1"/>
          <p:nvPr/>
        </p:nvSpPr>
        <p:spPr>
          <a:xfrm>
            <a:off x="838200" y="1905000"/>
            <a:ext cx="4875847" cy="4062651"/>
          </a:xfrm>
          <a:prstGeom prst="rect">
            <a:avLst/>
          </a:prstGeom>
          <a:noFill/>
        </p:spPr>
        <p:txBody>
          <a:bodyPr wrap="square" rtlCol="0">
            <a:spAutoFit/>
          </a:bodyPr>
          <a:lstStyle/>
          <a:p>
            <a:r>
              <a:rPr lang="en-US" sz="2400" dirty="0"/>
              <a:t>1)Students seeking to showcase their skills and achievements</a:t>
            </a:r>
          </a:p>
          <a:p>
            <a:endParaRPr lang="en-US" sz="2400" dirty="0"/>
          </a:p>
          <a:p>
            <a:r>
              <a:rPr lang="en-US" sz="2400" dirty="0"/>
              <a:t>2)Job recruiters and HR professionals</a:t>
            </a:r>
          </a:p>
          <a:p>
            <a:endParaRPr lang="en-US" sz="2400" dirty="0"/>
          </a:p>
          <a:p>
            <a:r>
              <a:rPr lang="en-US" sz="2400" dirty="0"/>
              <a:t>3)College faculty and placement officers</a:t>
            </a:r>
          </a:p>
          <a:p>
            <a:endParaRPr lang="en-US" sz="2400" dirty="0"/>
          </a:p>
          <a:p>
            <a:r>
              <a:rPr lang="en-US" sz="2400" dirty="0"/>
              <a:t>4)Admission committees for higher studies</a:t>
            </a:r>
          </a:p>
          <a:p>
            <a:endParaRPr lang="en-IN"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1476375"/>
            <a:ext cx="2695574" cy="3248025"/>
          </a:xfrm>
          <a:prstGeom prst="rect">
            <a:avLst/>
          </a:prstGeom>
        </p:spPr>
      </p:pic>
      <p:sp>
        <p:nvSpPr>
          <p:cNvPr id="3" name="object 3"/>
          <p:cNvSpPr/>
          <p:nvPr/>
        </p:nvSpPr>
        <p:spPr>
          <a:xfrm>
            <a:off x="9353550" y="5362575"/>
            <a:ext cx="457200" cy="457200"/>
          </a:xfrm>
          <a:custGeom>
            <a:avLst/>
            <a:gdLst/>
            <a:ahLst/>
            <a:cxnLst/>
            <a:rect l="l" t="t" r="r" b="b"/>
            <a:pathLst>
              <a:path w="457200" h="457200">
                <a:moveTo>
                  <a:pt x="457200" y="0"/>
                </a:moveTo>
                <a:lnTo>
                  <a:pt x="0" y="0"/>
                </a:lnTo>
                <a:lnTo>
                  <a:pt x="0" y="457200"/>
                </a:lnTo>
                <a:lnTo>
                  <a:pt x="457200" y="457200"/>
                </a:lnTo>
                <a:lnTo>
                  <a:pt x="457200" y="0"/>
                </a:lnTo>
                <a:close/>
              </a:path>
            </a:pathLst>
          </a:custGeom>
          <a:solidFill>
            <a:srgbClr val="42AF51"/>
          </a:solidFill>
        </p:spPr>
        <p:txBody>
          <a:bodyPr wrap="square" lIns="0" tIns="0" rIns="0" bIns="0" rtlCol="0"/>
          <a:lstStyle/>
          <a:p>
            <a:endParaRPr/>
          </a:p>
        </p:txBody>
      </p:sp>
      <p:sp>
        <p:nvSpPr>
          <p:cNvPr id="5" name="object 5"/>
          <p:cNvSpPr/>
          <p:nvPr/>
        </p:nvSpPr>
        <p:spPr>
          <a:xfrm>
            <a:off x="9353550" y="5895975"/>
            <a:ext cx="180975" cy="180975"/>
          </a:xfrm>
          <a:custGeom>
            <a:avLst/>
            <a:gdLst/>
            <a:ahLst/>
            <a:cxnLst/>
            <a:rect l="l" t="t" r="r" b="b"/>
            <a:pathLst>
              <a:path w="180975" h="180975">
                <a:moveTo>
                  <a:pt x="180975" y="0"/>
                </a:moveTo>
                <a:lnTo>
                  <a:pt x="0" y="0"/>
                </a:lnTo>
                <a:lnTo>
                  <a:pt x="0" y="180975"/>
                </a:lnTo>
                <a:lnTo>
                  <a:pt x="180975" y="180975"/>
                </a:lnTo>
                <a:lnTo>
                  <a:pt x="180975" y="0"/>
                </a:lnTo>
                <a:close/>
              </a:path>
            </a:pathLst>
          </a:custGeom>
          <a:solidFill>
            <a:srgbClr val="2D936B"/>
          </a:solidFill>
        </p:spPr>
        <p:txBody>
          <a:bodyPr wrap="square" lIns="0" tIns="0" rIns="0" bIns="0" rtlCol="0"/>
          <a:lstStyle/>
          <a:p>
            <a:endParaRPr/>
          </a:p>
        </p:txBody>
      </p:sp>
      <p:sp>
        <p:nvSpPr>
          <p:cNvPr id="6" name="object 6"/>
          <p:cNvSpPr txBox="1">
            <a:spLocks noGrp="1"/>
          </p:cNvSpPr>
          <p:nvPr>
            <p:ph type="title"/>
          </p:nvPr>
        </p:nvSpPr>
        <p:spPr>
          <a:xfrm>
            <a:off x="558165" y="857885"/>
            <a:ext cx="9763125" cy="575310"/>
          </a:xfrm>
          <a:prstGeom prst="rect">
            <a:avLst/>
          </a:prstGeom>
        </p:spPr>
        <p:txBody>
          <a:bodyPr vert="horz" wrap="square" lIns="0" tIns="13335" rIns="0" bIns="0" rtlCol="0">
            <a:spAutoFit/>
          </a:bodyPr>
          <a:lstStyle/>
          <a:p>
            <a:pPr marL="12700">
              <a:lnSpc>
                <a:spcPct val="100000"/>
              </a:lnSpc>
              <a:spcBef>
                <a:spcPts val="105"/>
              </a:spcBef>
            </a:pPr>
            <a:r>
              <a:rPr lang="en-IN" sz="3600" spc="10" dirty="0"/>
              <a:t>TOOLS AND TECHNIQUES</a:t>
            </a:r>
            <a:endParaRPr sz="3600" dirty="0"/>
          </a:p>
        </p:txBody>
      </p:sp>
      <p:pic>
        <p:nvPicPr>
          <p:cNvPr id="7" name="object 7"/>
          <p:cNvPicPr/>
          <p:nvPr/>
        </p:nvPicPr>
        <p:blipFill>
          <a:blip r:embed="rId3" cstate="print"/>
          <a:stretch>
            <a:fillRect/>
          </a:stretch>
        </p:blipFill>
        <p:spPr>
          <a:xfrm>
            <a:off x="676275" y="6467475"/>
            <a:ext cx="2143125" cy="200025"/>
          </a:xfrm>
          <a:prstGeom prst="rect">
            <a:avLst/>
          </a:prstGeom>
        </p:spPr>
      </p:pic>
      <p:sp>
        <p:nvSpPr>
          <p:cNvPr id="9" name="object 9"/>
          <p:cNvSpPr txBox="1">
            <a:spLocks noGrp="1"/>
          </p:cNvSpPr>
          <p:nvPr>
            <p:ph type="sldNum" sz="quarter" idx="7"/>
          </p:nvPr>
        </p:nvSpPr>
        <p:spPr>
          <a:prstGeom prst="rect">
            <a:avLst/>
          </a:prstGeom>
        </p:spPr>
        <p:txBody>
          <a:bodyPr vert="horz" wrap="square" lIns="0" tIns="6985" rIns="0" bIns="0" rtlCol="0">
            <a:spAutoFit/>
          </a:bodyPr>
          <a:lstStyle/>
          <a:p>
            <a:pPr marL="38100">
              <a:lnSpc>
                <a:spcPct val="100000"/>
              </a:lnSpc>
              <a:spcBef>
                <a:spcPts val="55"/>
              </a:spcBef>
            </a:pPr>
            <a:fld id="{81D60167-4931-47E6-BA6A-407CBD079E47}" type="slidenum">
              <a:rPr spc="10" dirty="0"/>
              <a:t>7</a:t>
            </a:fld>
            <a:endParaRPr spc="10" dirty="0"/>
          </a:p>
        </p:txBody>
      </p:sp>
      <p:sp>
        <p:nvSpPr>
          <p:cNvPr id="8" name="TextBox 7">
            <a:extLst>
              <a:ext uri="{FF2B5EF4-FFF2-40B4-BE49-F238E27FC236}">
                <a16:creationId xmlns:a16="http://schemas.microsoft.com/office/drawing/2014/main" id="{1A6B3CD7-E589-3670-C3D6-381CFA61E31E}"/>
              </a:ext>
            </a:extLst>
          </p:cNvPr>
          <p:cNvSpPr txBox="1"/>
          <p:nvPr/>
        </p:nvSpPr>
        <p:spPr>
          <a:xfrm>
            <a:off x="2819400" y="1476375"/>
            <a:ext cx="4800600" cy="2062103"/>
          </a:xfrm>
          <a:prstGeom prst="rect">
            <a:avLst/>
          </a:prstGeom>
          <a:noFill/>
        </p:spPr>
        <p:txBody>
          <a:bodyPr wrap="square" rtlCol="0">
            <a:spAutoFit/>
          </a:bodyPr>
          <a:lstStyle/>
          <a:p>
            <a:pPr marL="342900" indent="-342900">
              <a:buAutoNum type="arabicParenR"/>
            </a:pPr>
            <a:r>
              <a:rPr lang="en-US" sz="3200" dirty="0"/>
              <a:t>HTML</a:t>
            </a:r>
          </a:p>
          <a:p>
            <a:pPr marL="342900" indent="-342900">
              <a:buAutoNum type="arabicParenR"/>
            </a:pPr>
            <a:r>
              <a:rPr lang="en-US" sz="3200" dirty="0"/>
              <a:t>CSS</a:t>
            </a:r>
          </a:p>
          <a:p>
            <a:pPr marL="342900" indent="-342900">
              <a:buAutoNum type="arabicParenR"/>
            </a:pPr>
            <a:r>
              <a:rPr lang="en-US" sz="3200" dirty="0"/>
              <a:t>JavaScript</a:t>
            </a:r>
          </a:p>
          <a:p>
            <a:pPr marL="342900" indent="-342900">
              <a:buAutoNum type="arabicParenR"/>
            </a:pPr>
            <a:r>
              <a:rPr lang="en-US" sz="3200" dirty="0"/>
              <a:t>Code Editor (Codepen)</a:t>
            </a:r>
            <a:endParaRPr lang="en-IN" sz="3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p:nvPr/>
        </p:nvSpPr>
        <p:spPr>
          <a:xfrm>
            <a:off x="9353550" y="5895975"/>
            <a:ext cx="180975" cy="180975"/>
          </a:xfrm>
          <a:custGeom>
            <a:avLst/>
            <a:gdLst/>
            <a:ahLst/>
            <a:cxnLst/>
            <a:rect l="l" t="t" r="r" b="b"/>
            <a:pathLst>
              <a:path w="180975" h="180975">
                <a:moveTo>
                  <a:pt x="180975" y="0"/>
                </a:moveTo>
                <a:lnTo>
                  <a:pt x="0" y="0"/>
                </a:lnTo>
                <a:lnTo>
                  <a:pt x="0" y="180975"/>
                </a:lnTo>
                <a:lnTo>
                  <a:pt x="180975" y="180975"/>
                </a:lnTo>
                <a:lnTo>
                  <a:pt x="180975" y="0"/>
                </a:lnTo>
                <a:close/>
              </a:path>
            </a:pathLst>
          </a:custGeom>
          <a:solidFill>
            <a:srgbClr val="2D936B"/>
          </a:solidFill>
        </p:spPr>
        <p:txBody>
          <a:bodyPr wrap="square" lIns="0" tIns="0" rIns="0" bIns="0" rtlCol="0"/>
          <a:lstStyle/>
          <a:p>
            <a:endParaRPr/>
          </a:p>
        </p:txBody>
      </p:sp>
      <p:pic>
        <p:nvPicPr>
          <p:cNvPr id="6" name="object 6"/>
          <p:cNvPicPr/>
          <p:nvPr/>
        </p:nvPicPr>
        <p:blipFill>
          <a:blip r:embed="rId2" cstate="print"/>
          <a:stretch>
            <a:fillRect/>
          </a:stretch>
        </p:blipFill>
        <p:spPr>
          <a:xfrm>
            <a:off x="1666875" y="6467475"/>
            <a:ext cx="76200" cy="177800"/>
          </a:xfrm>
          <a:prstGeom prst="rect">
            <a:avLst/>
          </a:prstGeom>
        </p:spPr>
      </p:pic>
      <p:sp>
        <p:nvSpPr>
          <p:cNvPr id="9" name="object 9"/>
          <p:cNvSpPr txBox="1"/>
          <p:nvPr/>
        </p:nvSpPr>
        <p:spPr>
          <a:xfrm>
            <a:off x="11277218" y="6473337"/>
            <a:ext cx="228600" cy="191770"/>
          </a:xfrm>
          <a:prstGeom prst="rect">
            <a:avLst/>
          </a:prstGeom>
        </p:spPr>
        <p:txBody>
          <a:bodyPr vert="horz" wrap="square" lIns="0" tIns="6985" rIns="0" bIns="0" rtlCol="0">
            <a:spAutoFit/>
          </a:bodyPr>
          <a:lstStyle/>
          <a:p>
            <a:pPr marL="38100">
              <a:lnSpc>
                <a:spcPct val="100000"/>
              </a:lnSpc>
              <a:spcBef>
                <a:spcPts val="55"/>
              </a:spcBef>
            </a:pPr>
            <a:fld id="{81D60167-4931-47E6-BA6A-407CBD079E47}" type="slidenum">
              <a:rPr sz="1100" spc="10" dirty="0">
                <a:solidFill>
                  <a:srgbClr val="2D936B"/>
                </a:solidFill>
                <a:latin typeface="Trebuchet MS"/>
                <a:cs typeface="Trebuchet MS"/>
              </a:rPr>
              <a:t>8</a:t>
            </a:fld>
            <a:endParaRPr sz="1100">
              <a:latin typeface="Trebuchet MS"/>
              <a:cs typeface="Trebuchet MS"/>
            </a:endParaRPr>
          </a:p>
        </p:txBody>
      </p:sp>
      <p:sp>
        <p:nvSpPr>
          <p:cNvPr id="8" name="object 8"/>
          <p:cNvSpPr txBox="1"/>
          <p:nvPr/>
        </p:nvSpPr>
        <p:spPr>
          <a:xfrm>
            <a:off x="739775" y="291147"/>
            <a:ext cx="8794750" cy="629018"/>
          </a:xfrm>
          <a:prstGeom prst="rect">
            <a:avLst/>
          </a:prstGeom>
        </p:spPr>
        <p:txBody>
          <a:bodyPr vert="horz" wrap="square" lIns="0" tIns="13335" rIns="0" bIns="0" rtlCol="0">
            <a:spAutoFit/>
          </a:bodyPr>
          <a:lstStyle/>
          <a:p>
            <a:pPr marL="12700">
              <a:lnSpc>
                <a:spcPct val="100000"/>
              </a:lnSpc>
              <a:spcBef>
                <a:spcPts val="105"/>
              </a:spcBef>
            </a:pPr>
            <a:r>
              <a:rPr lang="en-IN" sz="4000" b="1" spc="15" dirty="0">
                <a:latin typeface="Trebuchet MS"/>
                <a:cs typeface="Trebuchet MS"/>
              </a:rPr>
              <a:t>PORTFOLIO DESIGN AND LAYOUT</a:t>
            </a:r>
            <a:endParaRPr sz="4000" dirty="0">
              <a:latin typeface="Trebuchet MS"/>
              <a:cs typeface="Trebuchet MS"/>
            </a:endParaRPr>
          </a:p>
        </p:txBody>
      </p:sp>
      <p:sp>
        <p:nvSpPr>
          <p:cNvPr id="21" name="TextBox 20">
            <a:extLst>
              <a:ext uri="{FF2B5EF4-FFF2-40B4-BE49-F238E27FC236}">
                <a16:creationId xmlns:a16="http://schemas.microsoft.com/office/drawing/2014/main" id="{0F71758D-7D87-1507-3396-D1C2B24033CB}"/>
              </a:ext>
            </a:extLst>
          </p:cNvPr>
          <p:cNvSpPr txBox="1"/>
          <p:nvPr/>
        </p:nvSpPr>
        <p:spPr>
          <a:xfrm>
            <a:off x="838200" y="1371600"/>
            <a:ext cx="8515350" cy="4154984"/>
          </a:xfrm>
          <a:prstGeom prst="rect">
            <a:avLst/>
          </a:prstGeom>
          <a:noFill/>
        </p:spPr>
        <p:txBody>
          <a:bodyPr wrap="square" rtlCol="0">
            <a:spAutoFit/>
          </a:bodyPr>
          <a:lstStyle/>
          <a:p>
            <a:r>
              <a:rPr lang="en-US" sz="2400" dirty="0"/>
              <a:t>The portfolio's design is a modern, dark-themed layout that uses a sleek and professional aesthetic. It employs a clean color scheme with a dark background, light text, and vibrant blue accents for headings, creating a strong </a:t>
            </a:r>
            <a:r>
              <a:rPr lang="en-US" sz="2400" b="1" dirty="0"/>
              <a:t>visual hierarchy</a:t>
            </a:r>
            <a:r>
              <a:rPr lang="en-US" sz="2400" dirty="0"/>
              <a:t>. The website is structured as a single-page site with a sticky navigation bar that ensures easy access to all sections. Content is organized into distinct blocks, such as the </a:t>
            </a:r>
            <a:r>
              <a:rPr lang="en-US" sz="2400" b="1" dirty="0"/>
              <a:t>three-column grid </a:t>
            </a:r>
            <a:r>
              <a:rPr lang="en-US" sz="2400" dirty="0"/>
              <a:t>for project cards, making the information easy to digest. Overall, the design prioritizes user experience with a </a:t>
            </a:r>
            <a:r>
              <a:rPr lang="en-US" sz="2400" b="1" dirty="0"/>
              <a:t>responsive layout </a:t>
            </a:r>
            <a:r>
              <a:rPr lang="en-US" sz="2400" dirty="0"/>
              <a:t>and an uncluttered interface, ensuring the site looks and functions well on both desktop and mobile devices.</a:t>
            </a:r>
            <a:endParaRPr lang="en-IN" sz="2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06195E-16D6-79D8-7A9F-F8EB1FE9E212}"/>
              </a:ext>
            </a:extLst>
          </p:cNvPr>
          <p:cNvSpPr>
            <a:spLocks noGrp="1"/>
          </p:cNvSpPr>
          <p:nvPr>
            <p:ph type="title"/>
          </p:nvPr>
        </p:nvSpPr>
        <p:spPr/>
        <p:txBody>
          <a:bodyPr/>
          <a:lstStyle/>
          <a:p>
            <a:r>
              <a:rPr lang="en-IN" dirty="0"/>
              <a:t>FEATURES AND FUNCTIONALITY</a:t>
            </a:r>
          </a:p>
        </p:txBody>
      </p:sp>
      <p:sp>
        <p:nvSpPr>
          <p:cNvPr id="12" name="TextBox 11">
            <a:extLst>
              <a:ext uri="{FF2B5EF4-FFF2-40B4-BE49-F238E27FC236}">
                <a16:creationId xmlns:a16="http://schemas.microsoft.com/office/drawing/2014/main" id="{C313DEFB-E17D-DABB-B944-B391D58B8BD6}"/>
              </a:ext>
            </a:extLst>
          </p:cNvPr>
          <p:cNvSpPr txBox="1"/>
          <p:nvPr/>
        </p:nvSpPr>
        <p:spPr>
          <a:xfrm>
            <a:off x="755332" y="1295400"/>
            <a:ext cx="10141268" cy="4247317"/>
          </a:xfrm>
          <a:prstGeom prst="rect">
            <a:avLst/>
          </a:prstGeom>
          <a:noFill/>
        </p:spPr>
        <p:txBody>
          <a:bodyPr wrap="square" rtlCol="0">
            <a:spAutoFit/>
          </a:bodyPr>
          <a:lstStyle/>
          <a:p>
            <a:r>
              <a:rPr lang="en-US" b="1" dirty="0"/>
              <a:t>Homepage:</a:t>
            </a:r>
          </a:p>
          <a:p>
            <a:r>
              <a:rPr lang="en-US" dirty="0"/>
              <a:t>The homepage serves as a landing page for visitors and introduces the portfolio's owner, Rajesh Swarna Lakshmi. It includes a prominent heading with a personal introduction and a button labeled "</a:t>
            </a:r>
            <a:r>
              <a:rPr lang="en-US" b="1" dirty="0"/>
              <a:t>View My Work</a:t>
            </a:r>
            <a:r>
              <a:rPr lang="en-US" dirty="0"/>
              <a:t>" to guide visitors to the projects section. The navigation bar at the top remains visible and contains links to the </a:t>
            </a:r>
            <a:r>
              <a:rPr lang="en-US" b="1" dirty="0"/>
              <a:t>Home</a:t>
            </a:r>
            <a:r>
              <a:rPr lang="en-US" dirty="0"/>
              <a:t>, </a:t>
            </a:r>
            <a:r>
              <a:rPr lang="en-US" b="1" dirty="0"/>
              <a:t>About</a:t>
            </a:r>
            <a:r>
              <a:rPr lang="en-US" dirty="0"/>
              <a:t>, </a:t>
            </a:r>
            <a:r>
              <a:rPr lang="en-US" b="1" dirty="0"/>
              <a:t>Projects</a:t>
            </a:r>
            <a:r>
              <a:rPr lang="en-US" dirty="0"/>
              <a:t>, and </a:t>
            </a:r>
            <a:r>
              <a:rPr lang="en-US" b="1" dirty="0"/>
              <a:t>Contact</a:t>
            </a:r>
            <a:r>
              <a:rPr lang="en-US" dirty="0"/>
              <a:t> sections, ensuring easy navigation throughout the site.</a:t>
            </a:r>
          </a:p>
          <a:p>
            <a:endParaRPr lang="en-US" dirty="0"/>
          </a:p>
          <a:p>
            <a:r>
              <a:rPr lang="en-US" b="1" dirty="0"/>
              <a:t>About Me Section:</a:t>
            </a:r>
          </a:p>
          <a:p>
            <a:r>
              <a:rPr lang="en-US" dirty="0"/>
              <a:t>This section provides a summary of the portfolio owner's skills, experience, and professional goals. It highlights their proficiency in tools like </a:t>
            </a:r>
            <a:r>
              <a:rPr lang="en-US" b="1" dirty="0"/>
              <a:t>Excel, SQL, and Python</a:t>
            </a:r>
            <a:r>
              <a:rPr lang="en-US" dirty="0"/>
              <a:t> for data exploration and visualization. The content mentions experience in </a:t>
            </a:r>
            <a:r>
              <a:rPr lang="en-US" b="1" dirty="0"/>
              <a:t>data cleaning and transformation</a:t>
            </a:r>
            <a:r>
              <a:rPr lang="en-US" dirty="0"/>
              <a:t>, as well as working on projects related to </a:t>
            </a:r>
            <a:r>
              <a:rPr lang="en-US" b="1" dirty="0"/>
              <a:t>forensic accounting AI: detecting financial statement manipulation </a:t>
            </a:r>
            <a:r>
              <a:rPr lang="en-US" dirty="0"/>
              <a:t>and</a:t>
            </a:r>
            <a:r>
              <a:rPr lang="en-US" b="1" dirty="0"/>
              <a:t> The role of AI and IOT in waste management </a:t>
            </a:r>
            <a:r>
              <a:rPr lang="en-US" dirty="0"/>
              <a:t>. The section also states a desire for an impactful internship opportunity.</a:t>
            </a:r>
          </a:p>
          <a:p>
            <a:endParaRPr lang="en-US" dirty="0"/>
          </a:p>
          <a:p>
            <a:endParaRPr lang="en-US" dirty="0"/>
          </a:p>
          <a:p>
            <a:endParaRPr lang="en-IN" dirty="0"/>
          </a:p>
        </p:txBody>
      </p:sp>
    </p:spTree>
    <p:extLst>
      <p:ext uri="{BB962C8B-B14F-4D97-AF65-F5344CB8AC3E}">
        <p14:creationId xmlns:p14="http://schemas.microsoft.com/office/powerpoint/2010/main" val="272066061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4971E46-6AFA-CB9F-616F-68D2CE3B304D}"/>
              </a:ext>
            </a:extLst>
          </p:cNvPr>
          <p:cNvSpPr txBox="1"/>
          <p:nvPr/>
        </p:nvSpPr>
        <p:spPr>
          <a:xfrm>
            <a:off x="533400" y="152400"/>
            <a:ext cx="10744200" cy="6463308"/>
          </a:xfrm>
          <a:prstGeom prst="rect">
            <a:avLst/>
          </a:prstGeom>
          <a:noFill/>
        </p:spPr>
        <p:txBody>
          <a:bodyPr wrap="square" rtlCol="0">
            <a:spAutoFit/>
          </a:bodyPr>
          <a:lstStyle/>
          <a:p>
            <a:r>
              <a:rPr lang="en-US" b="1" dirty="0"/>
              <a:t>Projects Section:</a:t>
            </a:r>
          </a:p>
          <a:p>
            <a:r>
              <a:rPr lang="en-US" dirty="0"/>
              <a:t>The projects section showcases two distinct projects and the certifications completed, each with a brief description and a list of key tools used. This demonstrates practical application of the owner's skills.</a:t>
            </a:r>
          </a:p>
          <a:p>
            <a:endParaRPr lang="en-US" dirty="0"/>
          </a:p>
          <a:p>
            <a:r>
              <a:rPr lang="en-IN" b="1" dirty="0"/>
              <a:t>Forensic accounting AI- detects financial statement manipulation:</a:t>
            </a:r>
            <a:r>
              <a:rPr lang="en-IN" dirty="0"/>
              <a:t>  using machine learning, NLP, and data analytics tools like ACL and IBM Watson. </a:t>
            </a:r>
          </a:p>
          <a:p>
            <a:endParaRPr lang="en-IN" dirty="0"/>
          </a:p>
          <a:p>
            <a:endParaRPr lang="en-IN" dirty="0"/>
          </a:p>
          <a:p>
            <a:r>
              <a:rPr lang="en-IN" b="1" dirty="0"/>
              <a:t>AI and IoT in waste management</a:t>
            </a:r>
            <a:r>
              <a:rPr lang="en-IN" dirty="0"/>
              <a:t>: use sensors and AI analytics for real-time monitoring, route optimization, and predictive maintenance with platforms like Azure IoT and Google Cloud</a:t>
            </a:r>
          </a:p>
          <a:p>
            <a:endParaRPr lang="en-US" dirty="0"/>
          </a:p>
          <a:p>
            <a:r>
              <a:rPr lang="en-US" b="1" dirty="0"/>
              <a:t>Certifications Completed</a:t>
            </a:r>
          </a:p>
          <a:p>
            <a:r>
              <a:rPr lang="en-US" dirty="0"/>
              <a:t>Completed a certification course on Data Analytics and Python through Coursera. The course covered key concepts of data analytics, including data cleaning, transformation, visualization, and statistical analysis using Python</a:t>
            </a:r>
          </a:p>
          <a:p>
            <a:endParaRPr lang="en-US" dirty="0"/>
          </a:p>
          <a:p>
            <a:endParaRPr lang="en-US" dirty="0"/>
          </a:p>
          <a:p>
            <a:endParaRPr lang="en-IN" dirty="0"/>
          </a:p>
          <a:p>
            <a:r>
              <a:rPr lang="en-US" b="1" dirty="0"/>
              <a:t>Contact Form:</a:t>
            </a:r>
          </a:p>
          <a:p>
            <a:r>
              <a:rPr lang="en-US" dirty="0"/>
              <a:t>The website includes a "Contact Me" section with a simple form to allow visitors to get in touch. The form has three input fields for </a:t>
            </a:r>
            <a:r>
              <a:rPr lang="en-US" b="1" dirty="0"/>
              <a:t>"Your Name"</a:t>
            </a:r>
            <a:r>
              <a:rPr lang="en-US" dirty="0"/>
              <a:t>, </a:t>
            </a:r>
            <a:r>
              <a:rPr lang="en-US" b="1" dirty="0"/>
              <a:t>"Your Email"</a:t>
            </a:r>
            <a:r>
              <a:rPr lang="en-US" dirty="0"/>
              <a:t>, and </a:t>
            </a:r>
            <a:r>
              <a:rPr lang="en-US" b="1" dirty="0"/>
              <a:t>"Your Message"</a:t>
            </a:r>
            <a:r>
              <a:rPr lang="en-US" dirty="0"/>
              <a:t>, along with a "</a:t>
            </a:r>
            <a:r>
              <a:rPr lang="en-US" b="1" dirty="0"/>
              <a:t>Send</a:t>
            </a:r>
            <a:r>
              <a:rPr lang="en-US" dirty="0"/>
              <a:t>" button. The provided JavaScript code snippet suggests there's a basic client-side validation for the form.</a:t>
            </a:r>
          </a:p>
          <a:p>
            <a:endParaRPr lang="en-IN" dirty="0"/>
          </a:p>
        </p:txBody>
      </p:sp>
    </p:spTree>
    <p:extLst>
      <p:ext uri="{BB962C8B-B14F-4D97-AF65-F5344CB8AC3E}">
        <p14:creationId xmlns:p14="http://schemas.microsoft.com/office/powerpoint/2010/main" val="23347750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752475" y="6486037"/>
            <a:ext cx="1773555" cy="166370"/>
          </a:xfrm>
          <a:prstGeom prst="rect">
            <a:avLst/>
          </a:prstGeom>
        </p:spPr>
        <p:txBody>
          <a:bodyPr vert="horz" wrap="square" lIns="0" tIns="0" rIns="0" bIns="0" rtlCol="0">
            <a:spAutoFit/>
          </a:bodyPr>
          <a:lstStyle/>
          <a:p>
            <a:pPr>
              <a:lnSpc>
                <a:spcPts val="1275"/>
              </a:lnSpc>
            </a:pPr>
            <a:r>
              <a:rPr sz="1100" spc="20" dirty="0">
                <a:solidFill>
                  <a:srgbClr val="2D83C3"/>
                </a:solidFill>
                <a:latin typeface="Trebuchet MS"/>
                <a:cs typeface="Trebuchet MS"/>
              </a:rPr>
              <a:t>3/21/202</a:t>
            </a:r>
            <a:r>
              <a:rPr sz="1100" spc="10" dirty="0">
                <a:solidFill>
                  <a:srgbClr val="2D83C3"/>
                </a:solidFill>
                <a:latin typeface="Trebuchet MS"/>
                <a:cs typeface="Trebuchet MS"/>
              </a:rPr>
              <a:t>4</a:t>
            </a:r>
            <a:r>
              <a:rPr sz="1100" dirty="0">
                <a:solidFill>
                  <a:srgbClr val="2D83C3"/>
                </a:solidFill>
                <a:latin typeface="Trebuchet MS"/>
                <a:cs typeface="Trebuchet MS"/>
              </a:rPr>
              <a:t> </a:t>
            </a:r>
            <a:r>
              <a:rPr sz="1100" spc="130" dirty="0">
                <a:solidFill>
                  <a:srgbClr val="2D83C3"/>
                </a:solidFill>
                <a:latin typeface="Trebuchet MS"/>
                <a:cs typeface="Trebuchet MS"/>
              </a:rPr>
              <a:t> </a:t>
            </a:r>
            <a:r>
              <a:rPr sz="1100" b="1" spc="50" dirty="0">
                <a:solidFill>
                  <a:srgbClr val="2D83C3"/>
                </a:solidFill>
                <a:latin typeface="Trebuchet MS"/>
                <a:cs typeface="Trebuchet MS"/>
              </a:rPr>
              <a:t>A</a:t>
            </a:r>
            <a:r>
              <a:rPr sz="1100" b="1" spc="15" dirty="0">
                <a:solidFill>
                  <a:srgbClr val="2D83C3"/>
                </a:solidFill>
                <a:latin typeface="Trebuchet MS"/>
                <a:cs typeface="Trebuchet MS"/>
              </a:rPr>
              <a:t>nnu</a:t>
            </a:r>
            <a:r>
              <a:rPr sz="1100" b="1" spc="10" dirty="0">
                <a:solidFill>
                  <a:srgbClr val="2D83C3"/>
                </a:solidFill>
                <a:latin typeface="Trebuchet MS"/>
                <a:cs typeface="Trebuchet MS"/>
              </a:rPr>
              <a:t>al</a:t>
            </a:r>
            <a:r>
              <a:rPr sz="1100" b="1" spc="-140" dirty="0">
                <a:solidFill>
                  <a:srgbClr val="2D83C3"/>
                </a:solidFill>
                <a:latin typeface="Trebuchet MS"/>
                <a:cs typeface="Trebuchet MS"/>
              </a:rPr>
              <a:t> </a:t>
            </a:r>
            <a:r>
              <a:rPr sz="1100" b="1" dirty="0">
                <a:solidFill>
                  <a:srgbClr val="2D83C3"/>
                </a:solidFill>
                <a:latin typeface="Trebuchet MS"/>
                <a:cs typeface="Trebuchet MS"/>
              </a:rPr>
              <a:t>R</a:t>
            </a:r>
            <a:r>
              <a:rPr sz="1100" b="1" spc="35" dirty="0">
                <a:solidFill>
                  <a:srgbClr val="2D83C3"/>
                </a:solidFill>
                <a:latin typeface="Trebuchet MS"/>
                <a:cs typeface="Trebuchet MS"/>
              </a:rPr>
              <a:t>e</a:t>
            </a:r>
            <a:r>
              <a:rPr sz="1100" b="1" spc="90" dirty="0">
                <a:solidFill>
                  <a:srgbClr val="2D83C3"/>
                </a:solidFill>
                <a:latin typeface="Trebuchet MS"/>
                <a:cs typeface="Trebuchet MS"/>
              </a:rPr>
              <a:t>v</a:t>
            </a:r>
            <a:r>
              <a:rPr sz="1100" b="1" spc="-35" dirty="0">
                <a:solidFill>
                  <a:srgbClr val="2D83C3"/>
                </a:solidFill>
                <a:latin typeface="Trebuchet MS"/>
                <a:cs typeface="Trebuchet MS"/>
              </a:rPr>
              <a:t>i</a:t>
            </a:r>
            <a:r>
              <a:rPr sz="1100" b="1" spc="35" dirty="0">
                <a:solidFill>
                  <a:srgbClr val="2D83C3"/>
                </a:solidFill>
                <a:latin typeface="Trebuchet MS"/>
                <a:cs typeface="Trebuchet MS"/>
              </a:rPr>
              <a:t>e</a:t>
            </a:r>
            <a:r>
              <a:rPr sz="1100" b="1" spc="15" dirty="0">
                <a:solidFill>
                  <a:srgbClr val="2D83C3"/>
                </a:solidFill>
                <a:latin typeface="Trebuchet MS"/>
                <a:cs typeface="Trebuchet MS"/>
              </a:rPr>
              <a:t>w</a:t>
            </a:r>
            <a:endParaRPr sz="1100">
              <a:latin typeface="Trebuchet MS"/>
              <a:cs typeface="Trebuchet MS"/>
            </a:endParaRPr>
          </a:p>
        </p:txBody>
      </p:sp>
      <p:sp>
        <p:nvSpPr>
          <p:cNvPr id="3" name="object 3"/>
          <p:cNvSpPr/>
          <p:nvPr/>
        </p:nvSpPr>
        <p:spPr>
          <a:xfrm>
            <a:off x="9353550" y="5362575"/>
            <a:ext cx="457200" cy="457200"/>
          </a:xfrm>
          <a:custGeom>
            <a:avLst/>
            <a:gdLst/>
            <a:ahLst/>
            <a:cxnLst/>
            <a:rect l="l" t="t" r="r" b="b"/>
            <a:pathLst>
              <a:path w="457200" h="457200">
                <a:moveTo>
                  <a:pt x="457200" y="0"/>
                </a:moveTo>
                <a:lnTo>
                  <a:pt x="0" y="0"/>
                </a:lnTo>
                <a:lnTo>
                  <a:pt x="0" y="457200"/>
                </a:lnTo>
                <a:lnTo>
                  <a:pt x="457200" y="457200"/>
                </a:lnTo>
                <a:lnTo>
                  <a:pt x="457200" y="0"/>
                </a:lnTo>
                <a:close/>
              </a:path>
            </a:pathLst>
          </a:custGeom>
          <a:solidFill>
            <a:srgbClr val="42AF51"/>
          </a:solidFill>
        </p:spPr>
        <p:txBody>
          <a:bodyPr wrap="square" lIns="0" tIns="0" rIns="0" bIns="0" rtlCol="0"/>
          <a:lstStyle/>
          <a:p>
            <a:endParaRPr/>
          </a:p>
        </p:txBody>
      </p:sp>
      <p:sp>
        <p:nvSpPr>
          <p:cNvPr id="5" name="object 5"/>
          <p:cNvSpPr/>
          <p:nvPr/>
        </p:nvSpPr>
        <p:spPr>
          <a:xfrm>
            <a:off x="9353550" y="5895975"/>
            <a:ext cx="180975" cy="180975"/>
          </a:xfrm>
          <a:custGeom>
            <a:avLst/>
            <a:gdLst/>
            <a:ahLst/>
            <a:cxnLst/>
            <a:rect l="l" t="t" r="r" b="b"/>
            <a:pathLst>
              <a:path w="180975" h="180975">
                <a:moveTo>
                  <a:pt x="180975" y="0"/>
                </a:moveTo>
                <a:lnTo>
                  <a:pt x="0" y="0"/>
                </a:lnTo>
                <a:lnTo>
                  <a:pt x="0" y="180975"/>
                </a:lnTo>
                <a:lnTo>
                  <a:pt x="180975" y="180975"/>
                </a:lnTo>
                <a:lnTo>
                  <a:pt x="180975" y="0"/>
                </a:lnTo>
                <a:close/>
              </a:path>
            </a:pathLst>
          </a:custGeom>
          <a:solidFill>
            <a:srgbClr val="2D936B"/>
          </a:solidFill>
        </p:spPr>
        <p:txBody>
          <a:bodyPr wrap="square" lIns="0" tIns="0" rIns="0" bIns="0" rtlCol="0"/>
          <a:lstStyle/>
          <a:p>
            <a:endParaRPr/>
          </a:p>
        </p:txBody>
      </p:sp>
      <p:pic>
        <p:nvPicPr>
          <p:cNvPr id="6" name="object 6"/>
          <p:cNvPicPr/>
          <p:nvPr/>
        </p:nvPicPr>
        <p:blipFill>
          <a:blip r:embed="rId2" cstate="print"/>
          <a:stretch>
            <a:fillRect/>
          </a:stretch>
        </p:blipFill>
        <p:spPr>
          <a:xfrm>
            <a:off x="66675" y="3381373"/>
            <a:ext cx="2466975" cy="3419475"/>
          </a:xfrm>
          <a:prstGeom prst="rect">
            <a:avLst/>
          </a:prstGeom>
        </p:spPr>
      </p:pic>
      <p:sp>
        <p:nvSpPr>
          <p:cNvPr id="7" name="object 7"/>
          <p:cNvSpPr txBox="1">
            <a:spLocks noGrp="1"/>
          </p:cNvSpPr>
          <p:nvPr>
            <p:ph type="title"/>
          </p:nvPr>
        </p:nvSpPr>
        <p:spPr>
          <a:xfrm>
            <a:off x="739775" y="654938"/>
            <a:ext cx="8480425" cy="670696"/>
          </a:xfrm>
          <a:prstGeom prst="rect">
            <a:avLst/>
          </a:prstGeom>
        </p:spPr>
        <p:txBody>
          <a:bodyPr vert="horz" wrap="square" lIns="0" tIns="16510" rIns="0" bIns="0" rtlCol="0">
            <a:spAutoFit/>
          </a:bodyPr>
          <a:lstStyle/>
          <a:p>
            <a:pPr marL="12700">
              <a:lnSpc>
                <a:spcPct val="100000"/>
              </a:lnSpc>
              <a:spcBef>
                <a:spcPts val="130"/>
              </a:spcBef>
            </a:pPr>
            <a:r>
              <a:rPr lang="en-IN" sz="4250" spc="15" dirty="0"/>
              <a:t>RESULTS AND SCREENSHOTS</a:t>
            </a:r>
            <a:endParaRPr sz="4250" dirty="0"/>
          </a:p>
        </p:txBody>
      </p:sp>
      <p:sp>
        <p:nvSpPr>
          <p:cNvPr id="8" name="object 8"/>
          <p:cNvSpPr txBox="1"/>
          <p:nvPr/>
        </p:nvSpPr>
        <p:spPr>
          <a:xfrm>
            <a:off x="11277218" y="6473337"/>
            <a:ext cx="228600" cy="191770"/>
          </a:xfrm>
          <a:prstGeom prst="rect">
            <a:avLst/>
          </a:prstGeom>
        </p:spPr>
        <p:txBody>
          <a:bodyPr vert="horz" wrap="square" lIns="0" tIns="6985" rIns="0" bIns="0" rtlCol="0">
            <a:spAutoFit/>
          </a:bodyPr>
          <a:lstStyle/>
          <a:p>
            <a:pPr marL="38100">
              <a:lnSpc>
                <a:spcPct val="100000"/>
              </a:lnSpc>
              <a:spcBef>
                <a:spcPts val="55"/>
              </a:spcBef>
            </a:pPr>
            <a:fld id="{81D60167-4931-47E6-BA6A-407CBD079E47}" type="slidenum">
              <a:rPr sz="1100" spc="10" dirty="0">
                <a:solidFill>
                  <a:srgbClr val="2D936B"/>
                </a:solidFill>
                <a:latin typeface="Trebuchet MS"/>
                <a:cs typeface="Trebuchet MS"/>
              </a:rPr>
              <a:t>11</a:t>
            </a:fld>
            <a:endParaRPr sz="1100">
              <a:latin typeface="Trebuchet MS"/>
              <a:cs typeface="Trebuchet MS"/>
            </a:endParaRPr>
          </a:p>
        </p:txBody>
      </p:sp>
      <p:sp>
        <p:nvSpPr>
          <p:cNvPr id="9" name="TextBox 8">
            <a:extLst>
              <a:ext uri="{FF2B5EF4-FFF2-40B4-BE49-F238E27FC236}">
                <a16:creationId xmlns:a16="http://schemas.microsoft.com/office/drawing/2014/main" id="{FAD9CEB2-36E1-0550-426B-2FAF97882044}"/>
              </a:ext>
            </a:extLst>
          </p:cNvPr>
          <p:cNvSpPr txBox="1"/>
          <p:nvPr/>
        </p:nvSpPr>
        <p:spPr>
          <a:xfrm>
            <a:off x="2743200" y="2354703"/>
            <a:ext cx="8534018" cy="954107"/>
          </a:xfrm>
          <a:prstGeom prst="rect">
            <a:avLst/>
          </a:prstGeom>
          <a:noFill/>
        </p:spPr>
        <p:txBody>
          <a:bodyPr wrap="square" rtlCol="0">
            <a:spAutoFit/>
          </a:bodyPr>
          <a:lstStyle/>
          <a:p>
            <a:pPr algn="l">
              <a:buFont typeface="Arial" panose="020B0604020202020204" pitchFamily="34" charset="0"/>
              <a:buChar char="•"/>
            </a:pPr>
            <a:endParaRPr lang="en-US" sz="2800" b="0" i="0" dirty="0">
              <a:solidFill>
                <a:srgbClr val="0D0D0D"/>
              </a:solidFill>
              <a:effectLst/>
              <a:latin typeface="Times New Roman" panose="02020603050405020304" pitchFamily="18" charset="0"/>
              <a:cs typeface="Times New Roman" panose="02020603050405020304" pitchFamily="18" charset="0"/>
            </a:endParaRPr>
          </a:p>
          <a:p>
            <a:endParaRPr lang="en-IN" sz="2800" dirty="0">
              <a:latin typeface="Times New Roman" panose="02020603050405020304" pitchFamily="18" charset="0"/>
              <a:cs typeface="Times New Roman" panose="02020603050405020304" pitchFamily="18" charset="0"/>
            </a:endParaRPr>
          </a:p>
        </p:txBody>
      </p:sp>
      <p:pic>
        <p:nvPicPr>
          <p:cNvPr id="25" name="Picture 24" descr="A screenshot of a computer">
            <a:extLst>
              <a:ext uri="{FF2B5EF4-FFF2-40B4-BE49-F238E27FC236}">
                <a16:creationId xmlns:a16="http://schemas.microsoft.com/office/drawing/2014/main" id="{2CD00462-C525-C37D-038B-90682ABD784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062645" y="59582"/>
            <a:ext cx="4114800" cy="1062545"/>
          </a:xfrm>
          <a:prstGeom prst="rect">
            <a:avLst/>
          </a:prstGeom>
        </p:spPr>
      </p:pic>
      <p:pic>
        <p:nvPicPr>
          <p:cNvPr id="10" name="Picture 9" descr="A screenshot of a computer&#10;&#10;AI-generated content may be incorrect.">
            <a:extLst>
              <a:ext uri="{FF2B5EF4-FFF2-40B4-BE49-F238E27FC236}">
                <a16:creationId xmlns:a16="http://schemas.microsoft.com/office/drawing/2014/main" id="{3AA9D5E7-2D5F-F312-EFC8-829D6BDA701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221980" y="1374462"/>
            <a:ext cx="4770193" cy="2144593"/>
          </a:xfrm>
          <a:prstGeom prst="rect">
            <a:avLst/>
          </a:prstGeom>
        </p:spPr>
      </p:pic>
      <p:pic>
        <p:nvPicPr>
          <p:cNvPr id="12" name="Picture 11" descr="A screenshot of a computer&#10;&#10;AI-generated content may be incorrect.">
            <a:extLst>
              <a:ext uri="{FF2B5EF4-FFF2-40B4-BE49-F238E27FC236}">
                <a16:creationId xmlns:a16="http://schemas.microsoft.com/office/drawing/2014/main" id="{CDBC99E4-2ECD-8A2D-069F-367D20852D7B}"/>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128297" y="1374462"/>
            <a:ext cx="4770192" cy="2129757"/>
          </a:xfrm>
          <a:prstGeom prst="rect">
            <a:avLst/>
          </a:prstGeom>
        </p:spPr>
      </p:pic>
      <p:pic>
        <p:nvPicPr>
          <p:cNvPr id="14" name="Picture 13" descr="A screenshot of a computer&#10;&#10;AI-generated content may be incorrect.">
            <a:extLst>
              <a:ext uri="{FF2B5EF4-FFF2-40B4-BE49-F238E27FC236}">
                <a16:creationId xmlns:a16="http://schemas.microsoft.com/office/drawing/2014/main" id="{CAEE3858-A7C8-98EE-2748-40CC2C228A20}"/>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2381250" y="3656738"/>
            <a:ext cx="4770192" cy="2546324"/>
          </a:xfrm>
          <a:prstGeom prst="rect">
            <a:avLst/>
          </a:prstGeom>
        </p:spPr>
      </p:pic>
      <p:pic>
        <p:nvPicPr>
          <p:cNvPr id="16" name="Picture 15" descr="A screenshot of a computer&#10;&#10;AI-generated content may be incorrect.">
            <a:extLst>
              <a:ext uri="{FF2B5EF4-FFF2-40B4-BE49-F238E27FC236}">
                <a16:creationId xmlns:a16="http://schemas.microsoft.com/office/drawing/2014/main" id="{E8080725-56EA-01E7-EAB2-91248DE6E2C7}"/>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7534796" y="3656738"/>
            <a:ext cx="4526798" cy="2546324"/>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p:nvPr/>
        </p:nvSpPr>
        <p:spPr>
          <a:xfrm>
            <a:off x="9353550" y="5362575"/>
            <a:ext cx="457200" cy="457200"/>
          </a:xfrm>
          <a:custGeom>
            <a:avLst/>
            <a:gdLst/>
            <a:ahLst/>
            <a:cxnLst/>
            <a:rect l="l" t="t" r="r" b="b"/>
            <a:pathLst>
              <a:path w="457200" h="457200">
                <a:moveTo>
                  <a:pt x="457200" y="0"/>
                </a:moveTo>
                <a:lnTo>
                  <a:pt x="0" y="0"/>
                </a:lnTo>
                <a:lnTo>
                  <a:pt x="0" y="457200"/>
                </a:lnTo>
                <a:lnTo>
                  <a:pt x="457200" y="457200"/>
                </a:lnTo>
                <a:lnTo>
                  <a:pt x="457200" y="0"/>
                </a:lnTo>
                <a:close/>
              </a:path>
            </a:pathLst>
          </a:custGeom>
          <a:solidFill>
            <a:srgbClr val="42AF51"/>
          </a:solidFill>
        </p:spPr>
        <p:txBody>
          <a:bodyPr wrap="square" lIns="0" tIns="0" rIns="0" bIns="0" rtlCol="0"/>
          <a:lstStyle/>
          <a:p>
            <a:endParaRPr/>
          </a:p>
        </p:txBody>
      </p:sp>
      <p:sp>
        <p:nvSpPr>
          <p:cNvPr id="5" name="object 5"/>
          <p:cNvSpPr/>
          <p:nvPr/>
        </p:nvSpPr>
        <p:spPr>
          <a:xfrm>
            <a:off x="9353550" y="5895975"/>
            <a:ext cx="180975" cy="180975"/>
          </a:xfrm>
          <a:custGeom>
            <a:avLst/>
            <a:gdLst/>
            <a:ahLst/>
            <a:cxnLst/>
            <a:rect l="l" t="t" r="r" b="b"/>
            <a:pathLst>
              <a:path w="180975" h="180975">
                <a:moveTo>
                  <a:pt x="180975" y="0"/>
                </a:moveTo>
                <a:lnTo>
                  <a:pt x="0" y="0"/>
                </a:lnTo>
                <a:lnTo>
                  <a:pt x="0" y="180975"/>
                </a:lnTo>
                <a:lnTo>
                  <a:pt x="180975" y="180975"/>
                </a:lnTo>
                <a:lnTo>
                  <a:pt x="180975" y="0"/>
                </a:lnTo>
                <a:close/>
              </a:path>
            </a:pathLst>
          </a:custGeom>
          <a:solidFill>
            <a:srgbClr val="2D936B"/>
          </a:solidFill>
        </p:spPr>
        <p:txBody>
          <a:bodyPr wrap="square" lIns="0" tIns="0" rIns="0" bIns="0" rtlCol="0"/>
          <a:lstStyle/>
          <a:p>
            <a:endParaRPr/>
          </a:p>
        </p:txBody>
      </p:sp>
      <p:pic>
        <p:nvPicPr>
          <p:cNvPr id="6" name="object 6"/>
          <p:cNvPicPr/>
          <p:nvPr/>
        </p:nvPicPr>
        <p:blipFill>
          <a:blip r:embed="rId2" cstate="print"/>
          <a:stretch>
            <a:fillRect/>
          </a:stretch>
        </p:blipFill>
        <p:spPr>
          <a:xfrm>
            <a:off x="1666875" y="6467475"/>
            <a:ext cx="76200" cy="177800"/>
          </a:xfrm>
          <a:prstGeom prst="rect">
            <a:avLst/>
          </a:prstGeom>
        </p:spPr>
      </p:pic>
      <p:sp>
        <p:nvSpPr>
          <p:cNvPr id="7" name="object 7"/>
          <p:cNvSpPr txBox="1">
            <a:spLocks noGrp="1"/>
          </p:cNvSpPr>
          <p:nvPr>
            <p:ph type="title"/>
          </p:nvPr>
        </p:nvSpPr>
        <p:spPr>
          <a:xfrm>
            <a:off x="755332" y="385444"/>
            <a:ext cx="4578668" cy="752129"/>
          </a:xfrm>
          <a:prstGeom prst="rect">
            <a:avLst/>
          </a:prstGeom>
        </p:spPr>
        <p:txBody>
          <a:bodyPr vert="horz" wrap="square" lIns="0" tIns="13335" rIns="0" bIns="0" rtlCol="0">
            <a:spAutoFit/>
          </a:bodyPr>
          <a:lstStyle/>
          <a:p>
            <a:pPr marL="12700">
              <a:lnSpc>
                <a:spcPct val="100000"/>
              </a:lnSpc>
              <a:spcBef>
                <a:spcPts val="105"/>
              </a:spcBef>
            </a:pPr>
            <a:r>
              <a:rPr lang="en-IN" dirty="0"/>
              <a:t>CONCLUSION</a:t>
            </a:r>
            <a:endParaRPr dirty="0"/>
          </a:p>
        </p:txBody>
      </p:sp>
      <p:sp>
        <p:nvSpPr>
          <p:cNvPr id="9" name="object 9"/>
          <p:cNvSpPr txBox="1"/>
          <p:nvPr/>
        </p:nvSpPr>
        <p:spPr>
          <a:xfrm>
            <a:off x="11277218" y="6473337"/>
            <a:ext cx="228600" cy="191770"/>
          </a:xfrm>
          <a:prstGeom prst="rect">
            <a:avLst/>
          </a:prstGeom>
        </p:spPr>
        <p:txBody>
          <a:bodyPr vert="horz" wrap="square" lIns="0" tIns="6985" rIns="0" bIns="0" rtlCol="0">
            <a:spAutoFit/>
          </a:bodyPr>
          <a:lstStyle/>
          <a:p>
            <a:pPr marL="38100">
              <a:lnSpc>
                <a:spcPct val="100000"/>
              </a:lnSpc>
              <a:spcBef>
                <a:spcPts val="55"/>
              </a:spcBef>
            </a:pPr>
            <a:fld id="{81D60167-4931-47E6-BA6A-407CBD079E47}" type="slidenum">
              <a:rPr sz="1100" spc="10" dirty="0">
                <a:solidFill>
                  <a:srgbClr val="2D936B"/>
                </a:solidFill>
                <a:latin typeface="Trebuchet MS"/>
                <a:cs typeface="Trebuchet MS"/>
              </a:rPr>
              <a:t>12</a:t>
            </a:fld>
            <a:endParaRPr sz="1100">
              <a:latin typeface="Trebuchet MS"/>
              <a:cs typeface="Trebuchet MS"/>
            </a:endParaRPr>
          </a:p>
        </p:txBody>
      </p:sp>
      <p:sp>
        <p:nvSpPr>
          <p:cNvPr id="2" name="TextBox 1">
            <a:extLst>
              <a:ext uri="{FF2B5EF4-FFF2-40B4-BE49-F238E27FC236}">
                <a16:creationId xmlns:a16="http://schemas.microsoft.com/office/drawing/2014/main" id="{E7B90DD8-AA1C-AC69-68D0-FF22540130F8}"/>
              </a:ext>
            </a:extLst>
          </p:cNvPr>
          <p:cNvSpPr txBox="1"/>
          <p:nvPr/>
        </p:nvSpPr>
        <p:spPr>
          <a:xfrm>
            <a:off x="755332" y="1371602"/>
            <a:ext cx="7931468" cy="4555093"/>
          </a:xfrm>
          <a:prstGeom prst="rect">
            <a:avLst/>
          </a:prstGeom>
          <a:noFill/>
        </p:spPr>
        <p:txBody>
          <a:bodyPr wrap="square" rtlCol="0">
            <a:spAutoFit/>
          </a:bodyPr>
          <a:lstStyle/>
          <a:p>
            <a:r>
              <a:rPr lang="en-US" sz="1600" dirty="0"/>
              <a:t>The Interactive Digital Portfolio Using FWD successfully addresses the limitations of traditional, static portfolios by offering an adaptable, visually appealing, and interactive solution for students and professionals. By utilizing modern Frontend Web Development (FWD) frameworks, the project empowers users to seamlessly update, customize, and enhance the presentation of their academic and extracurricular achievements.</a:t>
            </a:r>
          </a:p>
          <a:p>
            <a:endParaRPr lang="en-US" sz="1600" dirty="0"/>
          </a:p>
          <a:p>
            <a:r>
              <a:rPr lang="en-US" sz="1600" dirty="0"/>
              <a:t>This digital portfolio system not only streamlines the portfolio creation process but also ensures a responsive design that works efficiently across devices. The ability to add multimedia content, live previews, and personalized sections elevates the user’s online presence and leaves a strong impression on recruiters, faculty, and other stakeholders.</a:t>
            </a:r>
          </a:p>
          <a:p>
            <a:endParaRPr lang="en-US" sz="1600" dirty="0"/>
          </a:p>
          <a:p>
            <a:r>
              <a:rPr lang="en-US" sz="1600" dirty="0"/>
              <a:t>Moreover, the integration of </a:t>
            </a:r>
            <a:r>
              <a:rPr lang="en-US" sz="1600" dirty="0" err="1"/>
              <a:t>Github</a:t>
            </a:r>
            <a:r>
              <a:rPr lang="en-US" sz="1600" dirty="0"/>
              <a:t>, resume downloads, and user-friendly customization provides practical tools for real-world employability and personal branding. The project sets a foundation for further enhancements, such as integrating analytics to track portfolio visits or enabling interactive messaging with recruiters.</a:t>
            </a:r>
          </a:p>
          <a:p>
            <a:r>
              <a:rPr lang="en-US" sz="1600" dirty="0"/>
              <a:t>Overall, the project demonstrates how FWD-based digital portfolios are an essential upgrade for modern career-building, fostering both creativity and professionalism in self-presentation.</a:t>
            </a:r>
          </a:p>
          <a:p>
            <a:endParaRPr lang="en-IN"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487</TotalTime>
  <Words>902</Words>
  <Application>Microsoft Office PowerPoint</Application>
  <PresentationFormat>Widescreen</PresentationFormat>
  <Paragraphs>84</Paragraphs>
  <Slides>12</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Arial</vt:lpstr>
      <vt:lpstr>Calibri</vt:lpstr>
      <vt:lpstr>Roboto</vt:lpstr>
      <vt:lpstr>Times New Roman</vt:lpstr>
      <vt:lpstr>Trebuchet MS</vt:lpstr>
      <vt:lpstr>Office Theme</vt:lpstr>
      <vt:lpstr>Digital Portfolio  </vt:lpstr>
      <vt:lpstr>PROJECT TITLE</vt:lpstr>
      <vt:lpstr>AGENDA</vt:lpstr>
      <vt:lpstr>PROBLEM STATEMENT</vt:lpstr>
      <vt:lpstr>PROJECT OVERVIEW</vt:lpstr>
      <vt:lpstr>WHO ARE THE END USERS?</vt:lpstr>
      <vt:lpstr>TOOLS AND TECHNIQUES</vt:lpstr>
      <vt:lpstr>PowerPoint Presentation</vt:lpstr>
      <vt:lpstr>FEATURES AND FUNCTIONALITY</vt:lpstr>
      <vt:lpstr>PowerPoint Presentation</vt:lpstr>
      <vt:lpstr>RESULTS AND SCREENSHOTS</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Face Mask Detection using Convolutional Neural Network (CNN)  </dc:title>
  <dc:creator>Konduru Narasimha</dc:creator>
  <cp:lastModifiedBy>Sreenivasa Sai Kumar R K R. 23BPA043</cp:lastModifiedBy>
  <cp:revision>24</cp:revision>
  <dcterms:created xsi:type="dcterms:W3CDTF">2024-03-29T15:07:22Z</dcterms:created>
  <dcterms:modified xsi:type="dcterms:W3CDTF">2025-09-09T17:51:39Z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2024-03-21T00:00:00Z</vt:filetime>
  </property>
  <property fmtid="{D5CDD505-2E9C-101B-9397-08002B2CF9AE}" pid="3" name="LastSaved">
    <vt:filetime>2024-03-29T00:00:00Z</vt:filetime>
  </property>
</Properties>
</file>